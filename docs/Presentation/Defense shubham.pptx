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9.xml" ContentType="application/vnd.openxmlformats-officedocument.theme+xml"/>
  <Override PartName="/ppt/theme/theme7.xml" ContentType="application/vnd.openxmlformats-officedocument.theme+xml"/>
  <Override PartName="/ppt/theme/theme2.xml" ContentType="application/vnd.openxmlformats-officedocument.theme+xml"/>
  <Override PartName="/ppt/theme/theme8.xml" ContentType="application/vnd.openxmlformats-officedocument.theme+xml"/>
  <Override PartName="/ppt/theme/theme11.xml" ContentType="application/vnd.openxmlformats-officedocument.theme+xml"/>
  <Override PartName="/ppt/theme/theme10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0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47.xml" ContentType="application/vnd.openxmlformats-officedocument.presentationml.slide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1.xml.rels" ContentType="application/vnd.openxmlformats-package.relationships+xml"/>
  <Override PartName="/ppt/slides/_rels/slide39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1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9.xml.rels" ContentType="application/vnd.openxmlformats-package.relationships+xml"/>
  <Override PartName="/ppt/slides/_rels/slide29.xml.rels" ContentType="application/vnd.openxmlformats-package.relationships+xml"/>
  <Override PartName="/ppt/slides/_rels/slide36.xml.rels" ContentType="application/vnd.openxmlformats-package.relationships+xml"/>
  <Override PartName="/ppt/slides/_rels/slide49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8.xml.rels" ContentType="application/vnd.openxmlformats-package.relationships+xml"/>
  <Override PartName="/ppt/slides/_rels/slide48.xml.rels" ContentType="application/vnd.openxmlformats-package.relationships+xml"/>
  <Override PartName="/ppt/slides/_rels/slide35.xml.rels" ContentType="application/vnd.openxmlformats-package.relationships+xml"/>
  <Override PartName="/ppt/slides/_rels/slide32.xml.rels" ContentType="application/vnd.openxmlformats-package.relationships+xml"/>
  <Override PartName="/ppt/slides/_rels/slide42.xml.rels" ContentType="application/vnd.openxmlformats-package.relationships+xml"/>
  <Override PartName="/ppt/slides/_rels/slide27.xml.rels" ContentType="application/vnd.openxmlformats-package.relationships+xml"/>
  <Override PartName="/ppt/slides/_rels/slide30.xml.rels" ContentType="application/vnd.openxmlformats-package.relationships+xml"/>
  <Override PartName="/ppt/slides/_rels/slide47.xml.rels" ContentType="application/vnd.openxmlformats-package.relationships+xml"/>
  <Override PartName="/ppt/slides/_rels/slide46.xml.rels" ContentType="application/vnd.openxmlformats-package.relationships+xml"/>
  <Override PartName="/ppt/slides/_rels/slide45.xml.rels" ContentType="application/vnd.openxmlformats-package.relationships+xml"/>
  <Override PartName="/ppt/slides/_rels/slide26.xml.rels" ContentType="application/vnd.openxmlformats-package.relationships+xml"/>
  <Override PartName="/ppt/slides/_rels/slide16.xml.rels" ContentType="application/vnd.openxmlformats-package.relationshi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31.xml.rels" ContentType="application/vnd.openxmlformats-package.relationships+xml"/>
  <Override PartName="/ppt/slides/_rels/slide12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11.xml.rels" ContentType="application/vnd.openxmlformats-package.relationships+xml"/>
  <Override PartName="/ppt/slides/_rels/slide15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28.xml.rels" ContentType="application/vnd.openxmlformats-package.relationships+xml"/>
  <Override PartName="/ppt/slides/_rels/slide24.xml.rels" ContentType="application/vnd.openxmlformats-package.relationships+xml"/>
  <Override PartName="/ppt/slides/_rels/slide19.xml.rels" ContentType="application/vnd.openxmlformats-package.relationships+xml"/>
  <Override PartName="/ppt/slides/_rels/slide7.xml.rels" ContentType="application/vnd.openxmlformats-package.relationships+xml"/>
  <Override PartName="/ppt/slides/_rels/slide18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4.xml.rels" ContentType="application/vnd.openxmlformats-package.relationships+xml"/>
  <Override PartName="/ppt/slides/slide42.xml" ContentType="application/vnd.openxmlformats-officedocument.presentationml.slide+xml"/>
  <Override PartName="/ppt/slides/slide31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6.xml" ContentType="application/vnd.openxmlformats-officedocument.presentationml.slide+xml"/>
  <Override PartName="/ppt/slides/slide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Masters/_rels/slideMaster97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85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21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09.xml.rels" ContentType="application/vnd.openxmlformats-package.relationships+xml"/>
  <Override PartName="/ppt/slideMasters/_rels/slideMaster1.xml.rels" ContentType="application/vnd.openxmlformats-package.relationships+xml"/>
  <Override PartName="/ppt/slideMasters/slideMaster13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109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21.xml" ContentType="application/vnd.openxmlformats-officedocument.presentationml.slideMaster+xml"/>
  <Override PartName="/ppt/slideLayouts/slideLayout3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6.xml.rels" ContentType="application/vnd.openxmlformats-package.relationships+xml"/>
  <Override PartName="/ppt/slideLayouts/slideLayout7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18.xml" ContentType="application/vnd.openxmlformats-officedocument.presentationml.slideLayout+xml"/>
  <Override PartName="/ppt/media/image1.png" ContentType="image/png"/>
  <Override PartName="/ppt/media/image6.png" ContentType="image/png"/>
  <Override PartName="/ppt/media/image14.png" ContentType="image/png"/>
  <Override PartName="/ppt/media/image7.jpeg" ContentType="image/jpeg"/>
  <Override PartName="/ppt/media/image8.gif" ContentType="image/gif"/>
  <Override PartName="/ppt/media/image5.png" ContentType="image/png"/>
  <Override PartName="/ppt/media/image13.png" ContentType="image/png"/>
  <Override PartName="/ppt/media/image17.png" ContentType="image/png"/>
  <Override PartName="/ppt/media/image11.png" ContentType="image/png"/>
  <Override PartName="/ppt/media/image3.png" ContentType="image/png"/>
  <Override PartName="/ppt/media/image12.jpeg" ContentType="image/jpeg"/>
  <Override PartName="/ppt/media/image2.png" ContentType="image/png"/>
  <Override PartName="/ppt/media/image9.png" ContentType="image/png"/>
  <Override PartName="/ppt/media/image19.png" ContentType="image/png"/>
  <Override PartName="/ppt/media/image10.png" ContentType="image/png"/>
  <Override PartName="/ppt/media/image18.png" ContentType="image/png"/>
  <Override PartName="/ppt/media/image15.png" ContentType="image/png"/>
  <Override PartName="/ppt/media/image4.gif" ContentType="image/gif"/>
  <Override PartName="/ppt/media/image16.png" ContentType="image/png"/>
  <Override PartName="/ppt/media/image2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37.xml"/><Relationship Id="rId6" Type="http://schemas.openxmlformats.org/officeDocument/2006/relationships/slideMaster" Target="slideMasters/slideMaster49.xml"/><Relationship Id="rId7" Type="http://schemas.openxmlformats.org/officeDocument/2006/relationships/slideMaster" Target="slideMasters/slideMaster61.xml"/><Relationship Id="rId8" Type="http://schemas.openxmlformats.org/officeDocument/2006/relationships/slideMaster" Target="slideMasters/slideMaster73.xml"/><Relationship Id="rId9" Type="http://schemas.openxmlformats.org/officeDocument/2006/relationships/slideMaster" Target="slideMasters/slideMaster85.xml"/><Relationship Id="rId10" Type="http://schemas.openxmlformats.org/officeDocument/2006/relationships/slideMaster" Target="slideMasters/slideMaster97.xml"/><Relationship Id="rId11" Type="http://schemas.openxmlformats.org/officeDocument/2006/relationships/slideMaster" Target="slideMasters/slideMaster109.xml"/><Relationship Id="rId12" Type="http://schemas.openxmlformats.org/officeDocument/2006/relationships/slideMaster" Target="slideMasters/slideMaster12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FC881B-6513-4D5E-9B85-BDA105CFDD3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59AF17-96DE-43AA-8D83-E37C4E31EDD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7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474433-DE87-4DFB-822C-29CCCEA4991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ftr" idx="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9"/>
          <p:cNvSpPr>
            <a:spLocks noGrp="1"/>
          </p:cNvSpPr>
          <p:nvPr>
            <p:ph type="sldNum" idx="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68D2E1-C4D3-46D4-9093-5522DC11B47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ftr" idx="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5F881B4-C203-4650-A03B-43D546C7187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1DD11B-5225-44DB-90B9-A70F2624B213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1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1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0AC89AE-7ADA-4E95-A337-444DFB9974F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1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121E527-223D-476B-9161-8D396759447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ftr" idx="1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1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17199D-B3C5-4ACA-9C87-301A18F697F0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ftr" idx="1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2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4FBDD8-98CD-4F9E-A766-507BC57D5924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ftr" idx="2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sldNum" idx="2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9F4645-F9AE-4F54-B47E-4898353841D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ftr" idx="2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sldNum" idx="2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709AC0-0BC4-4A8D-AD8B-2ECBEA09171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 flipH="1" flipV="1">
            <a:off x="-10800" y="4489200"/>
            <a:ext cx="10074600" cy="11646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B4C6810F-7601-4378-9FF7-CECA23FA466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 flipH="1" flipV="1">
            <a:off x="-10800" y="4489200"/>
            <a:ext cx="10074600" cy="11646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C5EE5B92-F88E-4E32-BFBB-E2ACA52920F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flipH="1" flipV="1">
            <a:off x="-10800" y="4489200"/>
            <a:ext cx="10074600" cy="11646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F00134D2-4A10-4143-9D1D-E6607ACCC7D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flipH="1" flipV="1">
            <a:off x="-10800" y="4489200"/>
            <a:ext cx="10074600" cy="11646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C45DFB2B-1B59-40C3-8D9B-742E3DC8FE0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flipH="1" flipV="1">
            <a:off x="-10800" y="4489200"/>
            <a:ext cx="10074600" cy="11646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724AC755-1BE7-4E1A-A11D-2CEA161A17B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flipH="1" flipV="1">
            <a:off x="-10800" y="4489200"/>
            <a:ext cx="10074600" cy="11646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F260CF67-7BAD-4511-87BB-ADEE76C8786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flipH="1" flipV="1">
            <a:off x="-10800" y="4489200"/>
            <a:ext cx="10074600" cy="11646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7F54C709-105E-48DB-9478-53282A2F493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 flipH="1" flipV="1">
            <a:off x="-10800" y="4489200"/>
            <a:ext cx="10074600" cy="11646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C5D57A1D-5CCD-495B-AAC4-5BC349AE9B5A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 flipH="1" flipV="1">
            <a:off x="-10800" y="4489200"/>
            <a:ext cx="10074600" cy="11646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349DBA12-9CE5-4D5A-A0D2-5BE7925F53A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 flipH="1" flipV="1">
            <a:off x="-10800" y="4489200"/>
            <a:ext cx="10074600" cy="11646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D56B9989-7D1A-47C5-B714-DBD3AA1BC6A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flipH="1" flipV="1">
            <a:off x="-10800" y="4489200"/>
            <a:ext cx="10074600" cy="11646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B17426A0-E8D1-482F-912A-3087DF6BB6C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 flipH="1" flipV="1">
            <a:off x="-10800" y="4489200"/>
            <a:ext cx="10074600" cy="11646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D41328E8-C1E3-4964-8847-1255C94ECD2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ftr" idx="2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 type="sldNum" idx="2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720829A-78F2-45F6-AAF6-D2CD05422C2D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ftr" idx="2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 type="sldNum" idx="2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8A5D6A-0247-4FA6-9398-CA6B38FEFC3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 type="ftr" idx="2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7"/>
          <p:cNvSpPr>
            <a:spLocks noGrp="1"/>
          </p:cNvSpPr>
          <p:nvPr>
            <p:ph type="sldNum" idx="3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E0797C-D45E-417C-BB6D-D6DD5A88595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8"/>
          <p:cNvSpPr>
            <a:spLocks noGrp="1"/>
          </p:cNvSpPr>
          <p:nvPr>
            <p:ph type="ftr" idx="3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PlaceHolder 9"/>
          <p:cNvSpPr>
            <a:spLocks noGrp="1"/>
          </p:cNvSpPr>
          <p:nvPr>
            <p:ph type="sldNum" idx="3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5204CB-36D0-4544-BB27-4903EEC2D463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ftr" idx="3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ldNum" idx="3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FBF16B-BC7B-4434-9A82-392021657674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ftr" idx="3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3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4037D9-3913-4F19-A6F4-B64E1CD6698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ftr" idx="3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sldNum" idx="3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8EFEF9-0BF6-434E-80D6-59B0D534EEDD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3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4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E5FD51-206E-4BAE-92B4-B255005D869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ftr" idx="4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4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640173-900F-41DA-9477-85C580AA45C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1"/>
          <p:cNvSpPr>
            <a:spLocks noGrp="1"/>
          </p:cNvSpPr>
          <p:nvPr>
            <p:ph type="ftr" idx="4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ldNum" idx="4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D50403-284A-48C5-AAF1-C8110046EB4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 type="ftr" idx="4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6"/>
          <p:cNvSpPr>
            <a:spLocks noGrp="1"/>
          </p:cNvSpPr>
          <p:nvPr>
            <p:ph type="sldNum" idx="4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BBC04B-59D5-49F4-8069-416AFE7EC45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 type="ftr" idx="4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6"/>
          <p:cNvSpPr>
            <a:spLocks noGrp="1"/>
          </p:cNvSpPr>
          <p:nvPr>
            <p:ph type="sldNum" idx="4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00960B-503C-489F-BFCE-54C952291420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 type="ftr" idx="4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6"/>
          <p:cNvSpPr>
            <a:spLocks noGrp="1"/>
          </p:cNvSpPr>
          <p:nvPr>
            <p:ph type="sldNum" idx="5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0945D18-F6AA-46FF-8C0F-2295187919A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ftr" idx="5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5"/>
          <p:cNvSpPr>
            <a:spLocks noGrp="1"/>
          </p:cNvSpPr>
          <p:nvPr>
            <p:ph type="sldNum" idx="5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EF33CEB-A38E-4CFA-919A-53FB8845135D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 type="ftr" idx="5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7"/>
          <p:cNvSpPr>
            <a:spLocks noGrp="1"/>
          </p:cNvSpPr>
          <p:nvPr>
            <p:ph type="sldNum" idx="5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7C00435-F7E9-4007-993A-246BAC5BD60D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8"/>
          <p:cNvSpPr>
            <a:spLocks noGrp="1"/>
          </p:cNvSpPr>
          <p:nvPr>
            <p:ph type="ftr" idx="5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PlaceHolder 9"/>
          <p:cNvSpPr>
            <a:spLocks noGrp="1"/>
          </p:cNvSpPr>
          <p:nvPr>
            <p:ph type="sldNum" idx="5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C22D869-8FA3-4D4A-8102-083DF6243CA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1"/>
          <p:cNvSpPr>
            <a:spLocks noGrp="1"/>
          </p:cNvSpPr>
          <p:nvPr>
            <p:ph type="ftr" idx="5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sldNum" idx="5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E09D67A-2A57-4E41-A776-F3E6390C54D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ftr" idx="5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6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B27CEB-3781-4217-A7B1-58F5FD93326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ftr" idx="6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 type="sldNum" idx="6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DA69D2-487E-4F99-81C7-56FB96EB1B9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 type="ftr" idx="6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PlaceHolder 5"/>
          <p:cNvSpPr>
            <a:spLocks noGrp="1"/>
          </p:cNvSpPr>
          <p:nvPr>
            <p:ph type="sldNum" idx="6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771D5F0-DAB7-48DF-B65B-A5EF6B246610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ftr" idx="6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6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53D63F-B8B7-4A2C-AAB0-D19756A4487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ftr" idx="6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sldNum" idx="6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7C43A1-83CC-4396-B677-9535D3C3F96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5"/>
          <p:cNvSpPr>
            <a:spLocks noGrp="1"/>
          </p:cNvSpPr>
          <p:nvPr>
            <p:ph type="ftr" idx="6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PlaceHolder 6"/>
          <p:cNvSpPr>
            <a:spLocks noGrp="1"/>
          </p:cNvSpPr>
          <p:nvPr>
            <p:ph type="sldNum" idx="7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279C61-B33B-4853-B63C-8013187E949B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5"/>
          <p:cNvSpPr>
            <a:spLocks noGrp="1"/>
          </p:cNvSpPr>
          <p:nvPr>
            <p:ph type="ftr" idx="7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PlaceHolder 6"/>
          <p:cNvSpPr>
            <a:spLocks noGrp="1"/>
          </p:cNvSpPr>
          <p:nvPr>
            <p:ph type="sldNum" idx="7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B379CA-3B07-41D4-B6CB-8B1487BD4BB3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5"/>
          <p:cNvSpPr>
            <a:spLocks noGrp="1"/>
          </p:cNvSpPr>
          <p:nvPr>
            <p:ph type="ftr" idx="7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6"/>
          <p:cNvSpPr>
            <a:spLocks noGrp="1"/>
          </p:cNvSpPr>
          <p:nvPr>
            <p:ph type="sldNum" idx="7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DB1671-FDE6-4136-B360-22EC24B81A70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ftr" idx="7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sldNum" idx="7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C25F81-77F8-4A11-AFDA-3F66E85DCB2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6"/>
          <p:cNvSpPr>
            <a:spLocks noGrp="1"/>
          </p:cNvSpPr>
          <p:nvPr>
            <p:ph type="ftr" idx="7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7"/>
          <p:cNvSpPr>
            <a:spLocks noGrp="1"/>
          </p:cNvSpPr>
          <p:nvPr>
            <p:ph type="sldNum" idx="7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777F65-0624-483E-8711-4482E7700F8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8"/>
          <p:cNvSpPr>
            <a:spLocks noGrp="1"/>
          </p:cNvSpPr>
          <p:nvPr>
            <p:ph type="ftr" idx="7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PlaceHolder 9"/>
          <p:cNvSpPr>
            <a:spLocks noGrp="1"/>
          </p:cNvSpPr>
          <p:nvPr>
            <p:ph type="sldNum" idx="8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4D64139-EC59-437A-8173-F296EDF4661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1"/>
          <p:cNvSpPr>
            <a:spLocks noGrp="1"/>
          </p:cNvSpPr>
          <p:nvPr>
            <p:ph type="ftr" idx="8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sldNum" idx="8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D8DA02-257F-4C04-9239-8E7AD88A137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ftr" idx="8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8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50BF6F-5E63-4627-8D17-B97D14DCB14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ftr" idx="8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 type="sldNum" idx="8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8A07B7-56DC-40E2-9341-61733BEB5B6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 type="ftr" idx="8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PlaceHolder 5"/>
          <p:cNvSpPr>
            <a:spLocks noGrp="1"/>
          </p:cNvSpPr>
          <p:nvPr>
            <p:ph type="sldNum" idx="8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6E6AB0-4883-4E7C-9013-9328CDED796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ftr" idx="8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9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B64AEC-B002-4A76-9CEF-4928EFCFE8F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ftr" idx="9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sldNum" idx="9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79A3B3-5D8E-4BD8-8AB5-1AD6D53488E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5"/>
          <p:cNvSpPr>
            <a:spLocks noGrp="1"/>
          </p:cNvSpPr>
          <p:nvPr>
            <p:ph type="ftr" idx="9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PlaceHolder 6"/>
          <p:cNvSpPr>
            <a:spLocks noGrp="1"/>
          </p:cNvSpPr>
          <p:nvPr>
            <p:ph type="sldNum" idx="9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D26611-7EBD-427F-B6FC-8165AF6E734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5"/>
          <p:cNvSpPr>
            <a:spLocks noGrp="1"/>
          </p:cNvSpPr>
          <p:nvPr>
            <p:ph type="ftr" idx="9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6"/>
          <p:cNvSpPr>
            <a:spLocks noGrp="1"/>
          </p:cNvSpPr>
          <p:nvPr>
            <p:ph type="sldNum" idx="9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DA3D26-8090-449E-8954-AE81C89489AB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5"/>
          <p:cNvSpPr>
            <a:spLocks noGrp="1"/>
          </p:cNvSpPr>
          <p:nvPr>
            <p:ph type="ftr" idx="9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PlaceHolder 6"/>
          <p:cNvSpPr>
            <a:spLocks noGrp="1"/>
          </p:cNvSpPr>
          <p:nvPr>
            <p:ph type="sldNum" idx="9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E765FA-FC15-47DD-9511-62659C0C4D7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4"/>
          <p:cNvSpPr>
            <a:spLocks noGrp="1"/>
          </p:cNvSpPr>
          <p:nvPr>
            <p:ph type="ftr" idx="9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PlaceHolder 5"/>
          <p:cNvSpPr>
            <a:spLocks noGrp="1"/>
          </p:cNvSpPr>
          <p:nvPr>
            <p:ph type="sldNum" idx="10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4E9E22-B376-45E5-B3EF-4DE1FF5898A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6"/>
          <p:cNvSpPr>
            <a:spLocks noGrp="1"/>
          </p:cNvSpPr>
          <p:nvPr>
            <p:ph type="ftr" idx="10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PlaceHolder 7"/>
          <p:cNvSpPr>
            <a:spLocks noGrp="1"/>
          </p:cNvSpPr>
          <p:nvPr>
            <p:ph type="sldNum" idx="10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31A85B-DB5E-4A38-866F-8546A23432B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8"/>
          <p:cNvSpPr>
            <a:spLocks noGrp="1"/>
          </p:cNvSpPr>
          <p:nvPr>
            <p:ph type="ftr" idx="10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PlaceHolder 9"/>
          <p:cNvSpPr>
            <a:spLocks noGrp="1"/>
          </p:cNvSpPr>
          <p:nvPr>
            <p:ph type="sldNum" idx="10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41EBA6-1DE7-4EC8-9E04-145F9B34442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1"/>
          <p:cNvSpPr>
            <a:spLocks noGrp="1"/>
          </p:cNvSpPr>
          <p:nvPr>
            <p:ph type="ftr" idx="10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sldNum" idx="10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1824E5-9F2C-4844-AB8A-E1F84803F49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 type="ftr" idx="10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10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129CBC-8ED3-4F17-ACDB-C06BBFE4B334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ftr" idx="10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 type="sldNum" idx="11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4399F8-1FB9-40D5-A7BF-4F557C0C1AB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 type="ftr" idx="11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PlaceHolder 5"/>
          <p:cNvSpPr>
            <a:spLocks noGrp="1"/>
          </p:cNvSpPr>
          <p:nvPr>
            <p:ph type="sldNum" idx="11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752D960-5438-455A-A2A0-998866EC40C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ftr" idx="11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11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CD6D2A2-DCF1-4432-B190-6F318CC21E7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ftr" idx="11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sldNum" idx="11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832753-2405-4E71-9E53-813ED99C60B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5"/>
          <p:cNvSpPr>
            <a:spLocks noGrp="1"/>
          </p:cNvSpPr>
          <p:nvPr>
            <p:ph type="ftr" idx="11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PlaceHolder 6"/>
          <p:cNvSpPr>
            <a:spLocks noGrp="1"/>
          </p:cNvSpPr>
          <p:nvPr>
            <p:ph type="sldNum" idx="11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D0C6C1-61D0-4405-85DE-F36618E36AE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5"/>
          <p:cNvSpPr>
            <a:spLocks noGrp="1"/>
          </p:cNvSpPr>
          <p:nvPr>
            <p:ph type="ftr" idx="11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PlaceHolder 6"/>
          <p:cNvSpPr>
            <a:spLocks noGrp="1"/>
          </p:cNvSpPr>
          <p:nvPr>
            <p:ph type="sldNum" idx="12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BDD7CF-2080-4969-A8AC-70CA5FE9C5B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5"/>
          <p:cNvSpPr>
            <a:spLocks noGrp="1"/>
          </p:cNvSpPr>
          <p:nvPr>
            <p:ph type="ftr" idx="12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PlaceHolder 6"/>
          <p:cNvSpPr>
            <a:spLocks noGrp="1"/>
          </p:cNvSpPr>
          <p:nvPr>
            <p:ph type="sldNum" idx="12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72428B-BB9E-49BB-BE72-D1371A64E84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4"/>
          <p:cNvSpPr>
            <a:spLocks noGrp="1"/>
          </p:cNvSpPr>
          <p:nvPr>
            <p:ph type="ftr" idx="12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PlaceHolder 5"/>
          <p:cNvSpPr>
            <a:spLocks noGrp="1"/>
          </p:cNvSpPr>
          <p:nvPr>
            <p:ph type="sldNum" idx="12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CC3A74-3313-42D0-A487-9555652F446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6"/>
          <p:cNvSpPr>
            <a:spLocks noGrp="1"/>
          </p:cNvSpPr>
          <p:nvPr>
            <p:ph type="ftr" idx="12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PlaceHolder 7"/>
          <p:cNvSpPr>
            <a:spLocks noGrp="1"/>
          </p:cNvSpPr>
          <p:nvPr>
            <p:ph type="sldNum" idx="12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304F1B-0D03-43E6-9F57-5D3816D0006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8"/>
          <p:cNvSpPr>
            <a:spLocks noGrp="1"/>
          </p:cNvSpPr>
          <p:nvPr>
            <p:ph type="ftr" idx="12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PlaceHolder 9"/>
          <p:cNvSpPr>
            <a:spLocks noGrp="1"/>
          </p:cNvSpPr>
          <p:nvPr>
            <p:ph type="sldNum" idx="12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86C53E-2CA3-4029-A38D-C672B12F5A3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1"/>
          <p:cNvSpPr>
            <a:spLocks noGrp="1"/>
          </p:cNvSpPr>
          <p:nvPr>
            <p:ph type="ftr" idx="12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 type="sldNum" idx="13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DD1E7A-8C99-414E-BCA3-F735B99A2E0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 type="ftr" idx="13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3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0981B7-99A3-4034-8819-4D9289FAFF3A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ftr" idx="13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PlaceHolder 4"/>
          <p:cNvSpPr>
            <a:spLocks noGrp="1"/>
          </p:cNvSpPr>
          <p:nvPr>
            <p:ph type="sldNum" idx="13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C8C350-B9CD-414A-83FD-B8BC7C54D963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4"/>
          <p:cNvSpPr>
            <a:spLocks noGrp="1"/>
          </p:cNvSpPr>
          <p:nvPr>
            <p:ph type="ftr" idx="13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PlaceHolder 5"/>
          <p:cNvSpPr>
            <a:spLocks noGrp="1"/>
          </p:cNvSpPr>
          <p:nvPr>
            <p:ph type="sldNum" idx="13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4D0DD9-00B3-4F05-B446-7232FD04089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 type="ftr" idx="13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13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5FE7FE9-7C77-4631-AAF1-79180D4DD9DB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1"/>
          <p:cNvSpPr>
            <a:spLocks noGrp="1"/>
          </p:cNvSpPr>
          <p:nvPr>
            <p:ph type="ftr" idx="13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PlaceHolder 2"/>
          <p:cNvSpPr>
            <a:spLocks noGrp="1"/>
          </p:cNvSpPr>
          <p:nvPr>
            <p:ph type="sldNum" idx="14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8B4B3A-B96C-44BE-8105-FAA202D9A09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5"/>
          <p:cNvSpPr>
            <a:spLocks noGrp="1"/>
          </p:cNvSpPr>
          <p:nvPr>
            <p:ph type="ftr" idx="14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PlaceHolder 6"/>
          <p:cNvSpPr>
            <a:spLocks noGrp="1"/>
          </p:cNvSpPr>
          <p:nvPr>
            <p:ph type="sldNum" idx="14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2E93A5-576A-487C-9A71-39C492F414FB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5"/>
          <p:cNvSpPr>
            <a:spLocks noGrp="1"/>
          </p:cNvSpPr>
          <p:nvPr>
            <p:ph type="ftr" idx="14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PlaceHolder 6"/>
          <p:cNvSpPr>
            <a:spLocks noGrp="1"/>
          </p:cNvSpPr>
          <p:nvPr>
            <p:ph type="sldNum" idx="14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AEB958-5D96-42A2-8CFB-6A768AEAAE4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5"/>
          <p:cNvSpPr>
            <a:spLocks noGrp="1"/>
          </p:cNvSpPr>
          <p:nvPr>
            <p:ph type="ftr" idx="14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PlaceHolder 6"/>
          <p:cNvSpPr>
            <a:spLocks noGrp="1"/>
          </p:cNvSpPr>
          <p:nvPr>
            <p:ph type="sldNum" idx="14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1640994-61C5-4B5C-ACCF-31C77D8E0A9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4"/>
          <p:cNvSpPr>
            <a:spLocks noGrp="1"/>
          </p:cNvSpPr>
          <p:nvPr>
            <p:ph type="ftr" idx="14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PlaceHolder 5"/>
          <p:cNvSpPr>
            <a:spLocks noGrp="1"/>
          </p:cNvSpPr>
          <p:nvPr>
            <p:ph type="sldNum" idx="14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EC498B-2104-4D91-A582-DB6E921FFEA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6"/>
          <p:cNvSpPr>
            <a:spLocks noGrp="1"/>
          </p:cNvSpPr>
          <p:nvPr>
            <p:ph type="ftr" idx="14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PlaceHolder 7"/>
          <p:cNvSpPr>
            <a:spLocks noGrp="1"/>
          </p:cNvSpPr>
          <p:nvPr>
            <p:ph type="sldNum" idx="15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F1E012-1E58-428A-829C-2E6C6E5F608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PlaceHolder 8"/>
          <p:cNvSpPr>
            <a:spLocks noGrp="1"/>
          </p:cNvSpPr>
          <p:nvPr>
            <p:ph type="ftr" idx="15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PlaceHolder 9"/>
          <p:cNvSpPr>
            <a:spLocks noGrp="1"/>
          </p:cNvSpPr>
          <p:nvPr>
            <p:ph type="sldNum" idx="15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AE7BB4-A9E6-42B1-8F33-9AEE90948ADB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1"/>
          <p:cNvSpPr>
            <a:spLocks noGrp="1"/>
          </p:cNvSpPr>
          <p:nvPr>
            <p:ph type="ftr" idx="15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 type="sldNum" idx="15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71FF39-64FB-4845-A66D-AA916FF334B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 type="ftr" idx="15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15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C37DE1-67C7-4327-AF75-24CF6EFE33F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ftr" idx="15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PlaceHolder 4"/>
          <p:cNvSpPr>
            <a:spLocks noGrp="1"/>
          </p:cNvSpPr>
          <p:nvPr>
            <p:ph type="sldNum" idx="15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5412D0F-E10E-4D54-A7FF-65CC4FB85DD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4"/>
          <p:cNvSpPr>
            <a:spLocks noGrp="1"/>
          </p:cNvSpPr>
          <p:nvPr>
            <p:ph type="ftr" idx="15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PlaceHolder 5"/>
          <p:cNvSpPr>
            <a:spLocks noGrp="1"/>
          </p:cNvSpPr>
          <p:nvPr>
            <p:ph type="sldNum" idx="16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3F658C-87AE-4D5F-8EFC-8E1751B1FEF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 type="ftr" idx="16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6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9A8EEA-538F-41C0-8EFF-7DFB00637A1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1"/>
          <p:cNvSpPr>
            <a:spLocks noGrp="1"/>
          </p:cNvSpPr>
          <p:nvPr>
            <p:ph type="ftr" idx="16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PlaceHolder 2"/>
          <p:cNvSpPr>
            <a:spLocks noGrp="1"/>
          </p:cNvSpPr>
          <p:nvPr>
            <p:ph type="sldNum" idx="16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388535-8487-4967-9AF7-3934038FDCA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PlaceHolder 5"/>
          <p:cNvSpPr>
            <a:spLocks noGrp="1"/>
          </p:cNvSpPr>
          <p:nvPr>
            <p:ph type="ftr" idx="16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PlaceHolder 6"/>
          <p:cNvSpPr>
            <a:spLocks noGrp="1"/>
          </p:cNvSpPr>
          <p:nvPr>
            <p:ph type="sldNum" idx="16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0ACE28-DB7D-4972-9CFB-CBAB1F712F8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5"/>
          <p:cNvSpPr>
            <a:spLocks noGrp="1"/>
          </p:cNvSpPr>
          <p:nvPr>
            <p:ph type="ftr" idx="16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PlaceHolder 6"/>
          <p:cNvSpPr>
            <a:spLocks noGrp="1"/>
          </p:cNvSpPr>
          <p:nvPr>
            <p:ph type="sldNum" idx="16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4E8138C-8CDE-41EE-8A9D-AFACCF800834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5"/>
          <p:cNvSpPr>
            <a:spLocks noGrp="1"/>
          </p:cNvSpPr>
          <p:nvPr>
            <p:ph type="ftr" idx="16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PlaceHolder 6"/>
          <p:cNvSpPr>
            <a:spLocks noGrp="1"/>
          </p:cNvSpPr>
          <p:nvPr>
            <p:ph type="sldNum" idx="17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A2DBB2-D447-4EAD-A9A5-2EBCEEA9C1E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4"/>
          <p:cNvSpPr>
            <a:spLocks noGrp="1"/>
          </p:cNvSpPr>
          <p:nvPr>
            <p:ph type="ftr" idx="17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PlaceHolder 5"/>
          <p:cNvSpPr>
            <a:spLocks noGrp="1"/>
          </p:cNvSpPr>
          <p:nvPr>
            <p:ph type="sldNum" idx="17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AC5498-E2B1-44EC-B8FC-5B494A22EEF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6"/>
          <p:cNvSpPr>
            <a:spLocks noGrp="1"/>
          </p:cNvSpPr>
          <p:nvPr>
            <p:ph type="ftr" idx="17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PlaceHolder 7"/>
          <p:cNvSpPr>
            <a:spLocks noGrp="1"/>
          </p:cNvSpPr>
          <p:nvPr>
            <p:ph type="sldNum" idx="17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A3514C-F711-49C3-A691-9BA7BA7E8553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8"/>
          <p:cNvSpPr>
            <a:spLocks noGrp="1"/>
          </p:cNvSpPr>
          <p:nvPr>
            <p:ph type="ftr" idx="17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PlaceHolder 9"/>
          <p:cNvSpPr>
            <a:spLocks noGrp="1"/>
          </p:cNvSpPr>
          <p:nvPr>
            <p:ph type="sldNum" idx="17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074B12-9E00-4A3D-A62C-EF7095FACBD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1"/>
          <p:cNvSpPr>
            <a:spLocks noGrp="1"/>
          </p:cNvSpPr>
          <p:nvPr>
            <p:ph type="ftr" idx="17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 type="sldNum" idx="17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413C43-0272-4F26-9AE2-FD63112A632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 type="ftr" idx="17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18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79C426-3B88-4403-B10F-514BEC69A81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ftr" idx="18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PlaceHolder 4"/>
          <p:cNvSpPr>
            <a:spLocks noGrp="1"/>
          </p:cNvSpPr>
          <p:nvPr>
            <p:ph type="sldNum" idx="18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91826F-62D5-4A58-9EA7-C455AED5E3E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4"/>
          <p:cNvSpPr>
            <a:spLocks noGrp="1"/>
          </p:cNvSpPr>
          <p:nvPr>
            <p:ph type="ftr" idx="18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PlaceHolder 5"/>
          <p:cNvSpPr>
            <a:spLocks noGrp="1"/>
          </p:cNvSpPr>
          <p:nvPr>
            <p:ph type="sldNum" idx="18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E06930-E466-4396-918B-455C47FAAF0A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2"/>
          <p:cNvSpPr>
            <a:spLocks noGrp="1"/>
          </p:cNvSpPr>
          <p:nvPr>
            <p:ph type="ftr" idx="18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PlaceHolder 3"/>
          <p:cNvSpPr>
            <a:spLocks noGrp="1"/>
          </p:cNvSpPr>
          <p:nvPr>
            <p:ph type="sldNum" idx="18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03DEB3-8D48-415B-B783-49E3DB0C262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PlaceHolder 1"/>
          <p:cNvSpPr>
            <a:spLocks noGrp="1"/>
          </p:cNvSpPr>
          <p:nvPr>
            <p:ph type="ftr" idx="18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PlaceHolder 2"/>
          <p:cNvSpPr>
            <a:spLocks noGrp="1"/>
          </p:cNvSpPr>
          <p:nvPr>
            <p:ph type="sldNum" idx="18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B9BCF0-8D9A-4267-92BD-187332E3FB3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PlaceHolder 5"/>
          <p:cNvSpPr>
            <a:spLocks noGrp="1"/>
          </p:cNvSpPr>
          <p:nvPr>
            <p:ph type="ftr" idx="18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PlaceHolder 6"/>
          <p:cNvSpPr>
            <a:spLocks noGrp="1"/>
          </p:cNvSpPr>
          <p:nvPr>
            <p:ph type="sldNum" idx="19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499BA1-CA58-4230-A6DB-F77710C8D4B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5"/>
          <p:cNvSpPr>
            <a:spLocks noGrp="1"/>
          </p:cNvSpPr>
          <p:nvPr>
            <p:ph type="ftr" idx="19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PlaceHolder 6"/>
          <p:cNvSpPr>
            <a:spLocks noGrp="1"/>
          </p:cNvSpPr>
          <p:nvPr>
            <p:ph type="sldNum" idx="19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7AFCD01-85D0-400B-81D2-C446A869292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5"/>
          <p:cNvSpPr>
            <a:spLocks noGrp="1"/>
          </p:cNvSpPr>
          <p:nvPr>
            <p:ph type="ftr" idx="19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PlaceHolder 6"/>
          <p:cNvSpPr>
            <a:spLocks noGrp="1"/>
          </p:cNvSpPr>
          <p:nvPr>
            <p:ph type="sldNum" idx="19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28E9F7-FF2F-4537-A2D5-DCD9356C4D9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4"/>
          <p:cNvSpPr>
            <a:spLocks noGrp="1"/>
          </p:cNvSpPr>
          <p:nvPr>
            <p:ph type="ftr" idx="19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PlaceHolder 5"/>
          <p:cNvSpPr>
            <a:spLocks noGrp="1"/>
          </p:cNvSpPr>
          <p:nvPr>
            <p:ph type="sldNum" idx="19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DE07FA-2E29-45C8-A4B7-D6411FA81582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PlaceHolder 6"/>
          <p:cNvSpPr>
            <a:spLocks noGrp="1"/>
          </p:cNvSpPr>
          <p:nvPr>
            <p:ph type="ftr" idx="19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PlaceHolder 7"/>
          <p:cNvSpPr>
            <a:spLocks noGrp="1"/>
          </p:cNvSpPr>
          <p:nvPr>
            <p:ph type="sldNum" idx="19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0F94A7-A151-4122-BA30-CC343D39ECD4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PlaceHolder 8"/>
          <p:cNvSpPr>
            <a:spLocks noGrp="1"/>
          </p:cNvSpPr>
          <p:nvPr>
            <p:ph type="ftr" idx="19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PlaceHolder 9"/>
          <p:cNvSpPr>
            <a:spLocks noGrp="1"/>
          </p:cNvSpPr>
          <p:nvPr>
            <p:ph type="sldNum" idx="20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1EDA8E1-883B-4EBA-9BD7-BED8AD31555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1"/>
          <p:cNvSpPr>
            <a:spLocks noGrp="1"/>
          </p:cNvSpPr>
          <p:nvPr>
            <p:ph type="ftr" idx="20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PlaceHolder 2"/>
          <p:cNvSpPr>
            <a:spLocks noGrp="1"/>
          </p:cNvSpPr>
          <p:nvPr>
            <p:ph type="sldNum" idx="20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7A52BE-17D0-43AE-9DEC-9E8ED271D48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PlaceHolder 2"/>
          <p:cNvSpPr>
            <a:spLocks noGrp="1"/>
          </p:cNvSpPr>
          <p:nvPr>
            <p:ph type="ftr" idx="20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PlaceHolder 3"/>
          <p:cNvSpPr>
            <a:spLocks noGrp="1"/>
          </p:cNvSpPr>
          <p:nvPr>
            <p:ph type="sldNum" idx="20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45C5EA-8915-4EAE-B46E-37750301635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ftr" idx="20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PlaceHolder 4"/>
          <p:cNvSpPr>
            <a:spLocks noGrp="1"/>
          </p:cNvSpPr>
          <p:nvPr>
            <p:ph type="sldNum" idx="20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2492B7-7F4D-4479-A686-984DD614E00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4"/>
          <p:cNvSpPr>
            <a:spLocks noGrp="1"/>
          </p:cNvSpPr>
          <p:nvPr>
            <p:ph type="ftr" idx="20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PlaceHolder 5"/>
          <p:cNvSpPr>
            <a:spLocks noGrp="1"/>
          </p:cNvSpPr>
          <p:nvPr>
            <p:ph type="sldNum" idx="20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C62BF1-F613-4C23-A49E-AA49194FC9C3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PlaceHolder 2"/>
          <p:cNvSpPr>
            <a:spLocks noGrp="1"/>
          </p:cNvSpPr>
          <p:nvPr>
            <p:ph type="ftr" idx="20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PlaceHolder 3"/>
          <p:cNvSpPr>
            <a:spLocks noGrp="1"/>
          </p:cNvSpPr>
          <p:nvPr>
            <p:ph type="sldNum" idx="21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6E6C10-ED3C-45DD-83EE-DD1C350EE95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PlaceHolder 1"/>
          <p:cNvSpPr>
            <a:spLocks noGrp="1"/>
          </p:cNvSpPr>
          <p:nvPr>
            <p:ph type="ftr" idx="21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PlaceHolder 2"/>
          <p:cNvSpPr>
            <a:spLocks noGrp="1"/>
          </p:cNvSpPr>
          <p:nvPr>
            <p:ph type="sldNum" idx="21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254896-1AD3-4331-8B16-F77B83122666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PlaceHolder 5"/>
          <p:cNvSpPr>
            <a:spLocks noGrp="1"/>
          </p:cNvSpPr>
          <p:nvPr>
            <p:ph type="ftr" idx="21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PlaceHolder 6"/>
          <p:cNvSpPr>
            <a:spLocks noGrp="1"/>
          </p:cNvSpPr>
          <p:nvPr>
            <p:ph type="sldNum" idx="21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023F2E-6E47-4C11-816B-D58D9E8F178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PlaceHolder 5"/>
          <p:cNvSpPr>
            <a:spLocks noGrp="1"/>
          </p:cNvSpPr>
          <p:nvPr>
            <p:ph type="ftr" idx="21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PlaceHolder 6"/>
          <p:cNvSpPr>
            <a:spLocks noGrp="1"/>
          </p:cNvSpPr>
          <p:nvPr>
            <p:ph type="sldNum" idx="21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82171E-DA34-4FDF-B4D7-9DD6773B05D4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5"/>
          <p:cNvSpPr>
            <a:spLocks noGrp="1"/>
          </p:cNvSpPr>
          <p:nvPr>
            <p:ph type="ftr" idx="21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PlaceHolder 6"/>
          <p:cNvSpPr>
            <a:spLocks noGrp="1"/>
          </p:cNvSpPr>
          <p:nvPr>
            <p:ph type="sldNum" idx="21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C0011B-0CDF-48F2-9A90-D7FC00DDE13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PlaceHolder 4"/>
          <p:cNvSpPr>
            <a:spLocks noGrp="1"/>
          </p:cNvSpPr>
          <p:nvPr>
            <p:ph type="ftr" idx="21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PlaceHolder 5"/>
          <p:cNvSpPr>
            <a:spLocks noGrp="1"/>
          </p:cNvSpPr>
          <p:nvPr>
            <p:ph type="sldNum" idx="22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84F16B-F1A0-4382-8752-556EF2223961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PlaceHolder 6"/>
          <p:cNvSpPr>
            <a:spLocks noGrp="1"/>
          </p:cNvSpPr>
          <p:nvPr>
            <p:ph type="ftr" idx="22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PlaceHolder 7"/>
          <p:cNvSpPr>
            <a:spLocks noGrp="1"/>
          </p:cNvSpPr>
          <p:nvPr>
            <p:ph type="sldNum" idx="22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27DDEF-11D3-4865-A3CD-525467B1E9E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PlaceHolder 8"/>
          <p:cNvSpPr>
            <a:spLocks noGrp="1"/>
          </p:cNvSpPr>
          <p:nvPr>
            <p:ph type="ftr" idx="22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PlaceHolder 9"/>
          <p:cNvSpPr>
            <a:spLocks noGrp="1"/>
          </p:cNvSpPr>
          <p:nvPr>
            <p:ph type="sldNum" idx="22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2B5BBF-376A-482B-88C9-710EB589137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PlaceHolder 1"/>
          <p:cNvSpPr>
            <a:spLocks noGrp="1"/>
          </p:cNvSpPr>
          <p:nvPr>
            <p:ph type="ftr" idx="22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PlaceHolder 2"/>
          <p:cNvSpPr>
            <a:spLocks noGrp="1"/>
          </p:cNvSpPr>
          <p:nvPr>
            <p:ph type="sldNum" idx="22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7C948A-42E2-46D8-A8F9-803C634723D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PlaceHolder 2"/>
          <p:cNvSpPr>
            <a:spLocks noGrp="1"/>
          </p:cNvSpPr>
          <p:nvPr>
            <p:ph type="ftr" idx="22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sldNum" idx="22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48100E-88A7-4C47-A87B-1BD863C96B99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PlaceHolder 3"/>
          <p:cNvSpPr>
            <a:spLocks noGrp="1"/>
          </p:cNvSpPr>
          <p:nvPr>
            <p:ph type="ftr" idx="22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PlaceHolder 4"/>
          <p:cNvSpPr>
            <a:spLocks noGrp="1"/>
          </p:cNvSpPr>
          <p:nvPr>
            <p:ph type="sldNum" idx="23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B7E806-B8C9-461C-AF4C-1C8031D671EF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PlaceHolder 4"/>
          <p:cNvSpPr>
            <a:spLocks noGrp="1"/>
          </p:cNvSpPr>
          <p:nvPr>
            <p:ph type="ftr" idx="231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PlaceHolder 5"/>
          <p:cNvSpPr>
            <a:spLocks noGrp="1"/>
          </p:cNvSpPr>
          <p:nvPr>
            <p:ph type="sldNum" idx="232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B6C278-0DB9-4808-ABAF-6C7D659E534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PlaceHolder 2"/>
          <p:cNvSpPr>
            <a:spLocks noGrp="1"/>
          </p:cNvSpPr>
          <p:nvPr>
            <p:ph type="ftr" idx="233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sldNum" idx="234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40DE21-BCCF-41D9-8018-DFCAEF686F5B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PlaceHolder 1"/>
          <p:cNvSpPr>
            <a:spLocks noGrp="1"/>
          </p:cNvSpPr>
          <p:nvPr>
            <p:ph type="ftr" idx="235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 type="sldNum" idx="236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FC4516-794C-4390-B475-6E11E9E31B1A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PlaceHolder 5"/>
          <p:cNvSpPr>
            <a:spLocks noGrp="1"/>
          </p:cNvSpPr>
          <p:nvPr>
            <p:ph type="ftr" idx="237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PlaceHolder 6"/>
          <p:cNvSpPr>
            <a:spLocks noGrp="1"/>
          </p:cNvSpPr>
          <p:nvPr>
            <p:ph type="sldNum" idx="238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1FC386-2DFA-4DF1-9014-D708F3245E2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"/>
          <p:cNvSpPr/>
          <p:nvPr/>
        </p:nvSpPr>
        <p:spPr>
          <a:xfrm>
            <a:off x="0" y="0"/>
            <a:ext cx="10071360" cy="7146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"/>
          <p:cNvSpPr/>
          <p:nvPr/>
        </p:nvSpPr>
        <p:spPr>
          <a:xfrm>
            <a:off x="3240" y="5040000"/>
            <a:ext cx="10071360" cy="62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PlaceHolder 5"/>
          <p:cNvSpPr>
            <a:spLocks noGrp="1"/>
          </p:cNvSpPr>
          <p:nvPr>
            <p:ph type="ftr" idx="239"/>
          </p:nvPr>
        </p:nvSpPr>
        <p:spPr>
          <a:xfrm>
            <a:off x="3420000" y="5220000"/>
            <a:ext cx="32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PlaceHolder 6"/>
          <p:cNvSpPr>
            <a:spLocks noGrp="1"/>
          </p:cNvSpPr>
          <p:nvPr>
            <p:ph type="sldNum" idx="240"/>
          </p:nvPr>
        </p:nvSpPr>
        <p:spPr>
          <a:xfrm>
            <a:off x="7380000" y="5220000"/>
            <a:ext cx="2334600" cy="3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DA405E-4C63-49BA-825B-7737957D564C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5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7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9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2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gif"/><Relationship Id="rId3" Type="http://schemas.openxmlformats.org/officeDocument/2006/relationships/slideLayout" Target="../slideLayouts/slideLayout4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5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6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0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0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5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title"/>
          </p:nvPr>
        </p:nvSpPr>
        <p:spPr>
          <a:xfrm>
            <a:off x="606600" y="2057400"/>
            <a:ext cx="8994600" cy="133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rgbClr val="ffffd7"/>
                </a:solidFill>
                <a:effectLst/>
                <a:uFillTx/>
                <a:latin typeface="Arial"/>
              </a:rPr>
              <a:t>Improved Reddening,  Distance  and  Luminosities</a:t>
            </a:r>
            <a:br>
              <a:rPr sz="2800"/>
            </a:br>
            <a:r>
              <a:rPr b="1" lang="en-US" sz="1400" strike="noStrike" u="none">
                <a:solidFill>
                  <a:srgbClr val="ffffd7"/>
                </a:solidFill>
                <a:effectLst/>
                <a:uFillTx/>
                <a:latin typeface="Arial"/>
              </a:rPr>
              <a:t> </a:t>
            </a:r>
            <a:br>
              <a:rPr sz="3300"/>
            </a:br>
            <a:r>
              <a:rPr b="1" lang="en-US" sz="1600" strike="noStrike" u="none">
                <a:solidFill>
                  <a:srgbClr val="ffffd7"/>
                </a:solidFill>
                <a:effectLst/>
                <a:uFillTx/>
                <a:latin typeface="Arial"/>
              </a:rPr>
              <a:t>of a new sample of Galactic Cepheids for probing the Milky Way </a:t>
            </a:r>
            <a:br>
              <a:rPr sz="1600"/>
            </a:br>
            <a:br>
              <a:rPr sz="1600"/>
            </a:br>
            <a:r>
              <a:rPr b="1" lang="en-US" sz="1600" strike="noStrike" u="none">
                <a:solidFill>
                  <a:srgbClr val="ffffd7"/>
                </a:solidFill>
                <a:effectLst/>
                <a:uFillTx/>
                <a:latin typeface="Arial"/>
              </a:rPr>
              <a:t>and calibrating the extra-galactic distance scale</a:t>
            </a:r>
            <a:br>
              <a:rPr sz="1600"/>
            </a:b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6" name="PlaceHolder 2"/>
          <p:cNvSpPr>
            <a:spLocks noGrp="1"/>
          </p:cNvSpPr>
          <p:nvPr>
            <p:ph type="title"/>
          </p:nvPr>
        </p:nvSpPr>
        <p:spPr>
          <a:xfrm>
            <a:off x="685800" y="4572000"/>
            <a:ext cx="8994600" cy="107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1800" strike="noStrike" u="none">
                <a:solidFill>
                  <a:srgbClr val="fff5ce"/>
                </a:solidFill>
                <a:effectLst/>
                <a:uFillTx/>
                <a:latin typeface="Arial"/>
              </a:rPr>
              <a:t>Shubham Mamgain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4"/>
          <p:cNvSpPr/>
          <p:nvPr/>
        </p:nvSpPr>
        <p:spPr>
          <a:xfrm>
            <a:off x="2279160" y="4572360"/>
            <a:ext cx="5455800" cy="10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"/>
          <p:cNvSpPr/>
          <p:nvPr/>
        </p:nvSpPr>
        <p:spPr>
          <a:xfrm>
            <a:off x="9090720" y="1850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"/>
          <p:cNvSpPr/>
          <p:nvPr/>
        </p:nvSpPr>
        <p:spPr>
          <a:xfrm>
            <a:off x="8370720" y="1850760"/>
            <a:ext cx="360" cy="2492640"/>
          </a:xfrm>
          <a:prstGeom prst="line">
            <a:avLst/>
          </a:prstGeom>
          <a:ln cap="rnd"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"/>
          <p:cNvSpPr/>
          <p:nvPr/>
        </p:nvSpPr>
        <p:spPr>
          <a:xfrm>
            <a:off x="5922720" y="1850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1" name="" descr=""/>
          <p:cNvPicPr/>
          <p:nvPr/>
        </p:nvPicPr>
        <p:blipFill>
          <a:blip r:embed="rId1"/>
          <a:stretch/>
        </p:blipFill>
        <p:spPr>
          <a:xfrm rot="21590400">
            <a:off x="5509440" y="2334960"/>
            <a:ext cx="781200" cy="78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2" name="PlaceHolder 6"/>
          <p:cNvSpPr/>
          <p:nvPr/>
        </p:nvSpPr>
        <p:spPr>
          <a:xfrm>
            <a:off x="0" y="0"/>
            <a:ext cx="10057680" cy="65268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300" strike="noStrike" u="non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Reddening - Distance - Luminosity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"/>
          <p:cNvSpPr/>
          <p:nvPr/>
        </p:nvSpPr>
        <p:spPr>
          <a:xfrm>
            <a:off x="4482720" y="1850760"/>
            <a:ext cx="360" cy="2495520"/>
          </a:xfrm>
          <a:prstGeom prst="line">
            <a:avLst/>
          </a:prstGeom>
          <a:ln cap="rnd" w="18000">
            <a:solidFill>
              <a:srgbClr val="009bd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"/>
          <p:cNvSpPr/>
          <p:nvPr/>
        </p:nvSpPr>
        <p:spPr>
          <a:xfrm>
            <a:off x="5508360" y="4341600"/>
            <a:ext cx="6681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"/>
          <p:cNvSpPr/>
          <p:nvPr/>
        </p:nvSpPr>
        <p:spPr>
          <a:xfrm rot="16237200">
            <a:off x="5618880" y="3790440"/>
            <a:ext cx="100728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Absolute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"/>
          <p:cNvSpPr/>
          <p:nvPr/>
        </p:nvSpPr>
        <p:spPr>
          <a:xfrm rot="16192200">
            <a:off x="587520" y="3792600"/>
            <a:ext cx="1151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Apparent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"/>
          <p:cNvSpPr/>
          <p:nvPr/>
        </p:nvSpPr>
        <p:spPr>
          <a:xfrm rot="16237200">
            <a:off x="3815640" y="3506760"/>
            <a:ext cx="119376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Absolute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"/>
          <p:cNvSpPr/>
          <p:nvPr/>
        </p:nvSpPr>
        <p:spPr>
          <a:xfrm rot="16237200">
            <a:off x="4043520" y="3926520"/>
            <a:ext cx="66528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True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"/>
          <p:cNvSpPr/>
          <p:nvPr/>
        </p:nvSpPr>
        <p:spPr>
          <a:xfrm flipV="1">
            <a:off x="990720" y="2203560"/>
            <a:ext cx="7967880" cy="539640"/>
          </a:xfrm>
          <a:prstGeom prst="line">
            <a:avLst/>
          </a:prstGeom>
          <a:ln cap="rnd" w="0">
            <a:solidFill>
              <a:srgbClr val="f10d0c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"/>
          <p:cNvSpPr/>
          <p:nvPr/>
        </p:nvSpPr>
        <p:spPr>
          <a:xfrm>
            <a:off x="990720" y="2743200"/>
            <a:ext cx="7987680" cy="590040"/>
          </a:xfrm>
          <a:prstGeom prst="line">
            <a:avLst/>
          </a:prstGeom>
          <a:ln cap="rnd" w="0">
            <a:solidFill>
              <a:srgbClr val="f10d0c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"/>
          <p:cNvSpPr/>
          <p:nvPr/>
        </p:nvSpPr>
        <p:spPr>
          <a:xfrm flipV="1">
            <a:off x="5943960" y="2203560"/>
            <a:ext cx="3014640" cy="5396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"/>
          <p:cNvSpPr/>
          <p:nvPr/>
        </p:nvSpPr>
        <p:spPr>
          <a:xfrm>
            <a:off x="5943960" y="2743200"/>
            <a:ext cx="3034440" cy="5900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"/>
          <p:cNvSpPr/>
          <p:nvPr/>
        </p:nvSpPr>
        <p:spPr>
          <a:xfrm>
            <a:off x="990720" y="1886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4" name="" descr=""/>
          <p:cNvPicPr/>
          <p:nvPr/>
        </p:nvPicPr>
        <p:blipFill>
          <a:blip r:embed="rId2"/>
          <a:stretch/>
        </p:blipFill>
        <p:spPr>
          <a:xfrm rot="21590400">
            <a:off x="757080" y="2514600"/>
            <a:ext cx="386640" cy="3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5" name=""/>
          <p:cNvSpPr/>
          <p:nvPr/>
        </p:nvSpPr>
        <p:spPr>
          <a:xfrm>
            <a:off x="548280" y="4341600"/>
            <a:ext cx="7322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6" name=""/>
          <p:cNvGrpSpPr/>
          <p:nvPr/>
        </p:nvGrpSpPr>
        <p:grpSpPr>
          <a:xfrm>
            <a:off x="7491960" y="1864800"/>
            <a:ext cx="1753200" cy="1645200"/>
            <a:chOff x="7491960" y="1864800"/>
            <a:chExt cx="1753200" cy="1645200"/>
          </a:xfrm>
        </p:grpSpPr>
        <p:sp>
          <p:nvSpPr>
            <p:cNvPr id="927" name=""/>
            <p:cNvSpPr/>
            <p:nvPr/>
          </p:nvSpPr>
          <p:spPr>
            <a:xfrm>
              <a:off x="874944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"/>
            <p:cNvSpPr/>
            <p:nvPr/>
          </p:nvSpPr>
          <p:spPr>
            <a:xfrm>
              <a:off x="871812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9" name=""/>
            <p:cNvSpPr/>
            <p:nvPr/>
          </p:nvSpPr>
          <p:spPr>
            <a:xfrm>
              <a:off x="865584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0" name=""/>
            <p:cNvSpPr/>
            <p:nvPr/>
          </p:nvSpPr>
          <p:spPr>
            <a:xfrm flipV="1">
              <a:off x="871812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1" name=""/>
            <p:cNvSpPr/>
            <p:nvPr/>
          </p:nvSpPr>
          <p:spPr>
            <a:xfrm flipV="1">
              <a:off x="863496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"/>
            <p:cNvSpPr/>
            <p:nvPr/>
          </p:nvSpPr>
          <p:spPr>
            <a:xfrm flipV="1">
              <a:off x="842184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"/>
            <p:cNvSpPr/>
            <p:nvPr/>
          </p:nvSpPr>
          <p:spPr>
            <a:xfrm flipH="1" flipV="1">
              <a:off x="815472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4" name=""/>
            <p:cNvSpPr/>
            <p:nvPr/>
          </p:nvSpPr>
          <p:spPr>
            <a:xfrm flipV="1">
              <a:off x="855108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5" name=""/>
            <p:cNvSpPr/>
            <p:nvPr/>
          </p:nvSpPr>
          <p:spPr>
            <a:xfrm>
              <a:off x="853092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6" name=""/>
            <p:cNvSpPr/>
            <p:nvPr/>
          </p:nvSpPr>
          <p:spPr>
            <a:xfrm flipH="1">
              <a:off x="825372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7" name=""/>
            <p:cNvSpPr/>
            <p:nvPr/>
          </p:nvSpPr>
          <p:spPr>
            <a:xfrm flipH="1">
              <a:off x="787284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8" name=""/>
            <p:cNvSpPr/>
            <p:nvPr/>
          </p:nvSpPr>
          <p:spPr>
            <a:xfrm flipH="1">
              <a:off x="765900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9" name=""/>
            <p:cNvSpPr/>
            <p:nvPr/>
          </p:nvSpPr>
          <p:spPr>
            <a:xfrm flipH="1">
              <a:off x="754416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0" name=""/>
            <p:cNvSpPr/>
            <p:nvPr/>
          </p:nvSpPr>
          <p:spPr>
            <a:xfrm flipH="1" flipV="1">
              <a:off x="757548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"/>
            <p:cNvSpPr/>
            <p:nvPr/>
          </p:nvSpPr>
          <p:spPr>
            <a:xfrm flipH="1" flipV="1">
              <a:off x="785736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2" name=""/>
            <p:cNvSpPr/>
            <p:nvPr/>
          </p:nvSpPr>
          <p:spPr>
            <a:xfrm flipH="1" flipV="1">
              <a:off x="749196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3" name=""/>
            <p:cNvSpPr/>
            <p:nvPr/>
          </p:nvSpPr>
          <p:spPr>
            <a:xfrm>
              <a:off x="798732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4" name=""/>
            <p:cNvSpPr/>
            <p:nvPr/>
          </p:nvSpPr>
          <p:spPr>
            <a:xfrm>
              <a:off x="7806240" y="2190600"/>
              <a:ext cx="1137600" cy="113760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5" name=""/>
          <p:cNvSpPr/>
          <p:nvPr/>
        </p:nvSpPr>
        <p:spPr>
          <a:xfrm>
            <a:off x="8522280" y="2190600"/>
            <a:ext cx="1137600" cy="1137600"/>
          </a:xfrm>
          <a:prstGeom prst="ellipse">
            <a:avLst/>
          </a:prstGeom>
          <a:gradFill rotWithShape="0">
            <a:gsLst>
              <a:gs pos="0">
                <a:srgbClr val="ff4000">
                  <a:alpha val="0"/>
                </a:srgbClr>
              </a:gs>
              <a:gs pos="100000">
                <a:srgbClr val="c9211e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"/>
          <p:cNvSpPr/>
          <p:nvPr/>
        </p:nvSpPr>
        <p:spPr>
          <a:xfrm>
            <a:off x="4093560" y="4377600"/>
            <a:ext cx="64476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"/>
          <p:cNvSpPr/>
          <p:nvPr/>
        </p:nvSpPr>
        <p:spPr>
          <a:xfrm>
            <a:off x="4939200" y="4377600"/>
            <a:ext cx="4647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"/>
          <p:cNvSpPr/>
          <p:nvPr/>
        </p:nvSpPr>
        <p:spPr>
          <a:xfrm>
            <a:off x="4463640" y="3938400"/>
            <a:ext cx="119376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Extinction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"/>
          <p:cNvSpPr/>
          <p:nvPr/>
        </p:nvSpPr>
        <p:spPr>
          <a:xfrm>
            <a:off x="871560" y="813600"/>
            <a:ext cx="27813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: Distance (in parsec)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"/>
          <p:cNvSpPr/>
          <p:nvPr/>
        </p:nvSpPr>
        <p:spPr>
          <a:xfrm>
            <a:off x="871560" y="1101600"/>
            <a:ext cx="4381560" cy="59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: Distance Modulus (in magnitude)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"/>
          <p:cNvSpPr/>
          <p:nvPr/>
        </p:nvSpPr>
        <p:spPr>
          <a:xfrm>
            <a:off x="9008280" y="1137600"/>
            <a:ext cx="624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δµ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"/>
          <p:cNvSpPr/>
          <p:nvPr/>
        </p:nvSpPr>
        <p:spPr>
          <a:xfrm>
            <a:off x="9008280" y="849600"/>
            <a:ext cx="7239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δd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"/>
          <p:cNvSpPr/>
          <p:nvPr/>
        </p:nvSpPr>
        <p:spPr>
          <a:xfrm>
            <a:off x="4363560" y="1101600"/>
            <a:ext cx="11203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mag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"/>
          <p:cNvSpPr/>
          <p:nvPr/>
        </p:nvSpPr>
        <p:spPr>
          <a:xfrm>
            <a:off x="4363560" y="813600"/>
            <a:ext cx="13489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pc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"/>
          <p:cNvSpPr/>
          <p:nvPr/>
        </p:nvSpPr>
        <p:spPr>
          <a:xfrm>
            <a:off x="8215560" y="849600"/>
            <a:ext cx="646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pc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"/>
          <p:cNvSpPr/>
          <p:nvPr/>
        </p:nvSpPr>
        <p:spPr>
          <a:xfrm rot="3000">
            <a:off x="2314440" y="3936600"/>
            <a:ext cx="1151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Distance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"/>
          <p:cNvSpPr/>
          <p:nvPr/>
        </p:nvSpPr>
        <p:spPr>
          <a:xfrm flipV="1">
            <a:off x="1071360" y="4377600"/>
            <a:ext cx="3358080" cy="1800"/>
          </a:xfrm>
          <a:prstGeom prst="line">
            <a:avLst/>
          </a:prstGeom>
          <a:ln w="0">
            <a:solidFill>
              <a:srgbClr val="3465a4"/>
            </a:solidFill>
            <a:prstDash val="lgDash"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3200" bIns="-432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"/>
          <p:cNvSpPr/>
          <p:nvPr/>
        </p:nvSpPr>
        <p:spPr>
          <a:xfrm>
            <a:off x="4476240" y="3441600"/>
            <a:ext cx="238248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Reddening Ratio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"/>
          <p:cNvSpPr/>
          <p:nvPr/>
        </p:nvSpPr>
        <p:spPr>
          <a:xfrm rot="3000">
            <a:off x="4546080" y="1560600"/>
            <a:ext cx="1374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Color Excess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E(B-V)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"/>
          <p:cNvSpPr/>
          <p:nvPr/>
        </p:nvSpPr>
        <p:spPr>
          <a:xfrm>
            <a:off x="4546800" y="4377960"/>
            <a:ext cx="1322640" cy="360"/>
          </a:xfrm>
          <a:prstGeom prst="line">
            <a:avLst/>
          </a:prstGeom>
          <a:ln w="0">
            <a:solidFill>
              <a:srgbClr val="3465a4"/>
            </a:solidFill>
            <a:prstDash val="lgDash"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"/>
          <p:cNvSpPr/>
          <p:nvPr/>
        </p:nvSpPr>
        <p:spPr>
          <a:xfrm>
            <a:off x="4939200" y="3189600"/>
            <a:ext cx="4647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"/>
          <p:cNvSpPr/>
          <p:nvPr/>
        </p:nvSpPr>
        <p:spPr>
          <a:xfrm flipV="1">
            <a:off x="991080" y="2190600"/>
            <a:ext cx="7379640" cy="552960"/>
          </a:xfrm>
          <a:prstGeom prst="line">
            <a:avLst/>
          </a:prstGeom>
          <a:ln cap="rnd" w="0">
            <a:solidFill>
              <a:srgbClr val="2a6099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"/>
          <p:cNvSpPr/>
          <p:nvPr/>
        </p:nvSpPr>
        <p:spPr>
          <a:xfrm>
            <a:off x="990720" y="2743560"/>
            <a:ext cx="7337160" cy="585360"/>
          </a:xfrm>
          <a:prstGeom prst="line">
            <a:avLst/>
          </a:prstGeom>
          <a:ln cap="rnd" w="0">
            <a:solidFill>
              <a:srgbClr val="2a6099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"/>
          <p:cNvSpPr/>
          <p:nvPr/>
        </p:nvSpPr>
        <p:spPr>
          <a:xfrm>
            <a:off x="6629760" y="4343400"/>
            <a:ext cx="11422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"/>
          <p:cNvSpPr/>
          <p:nvPr/>
        </p:nvSpPr>
        <p:spPr>
          <a:xfrm rot="16237200">
            <a:off x="7520760" y="3507480"/>
            <a:ext cx="14990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True Position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"/>
          <p:cNvSpPr/>
          <p:nvPr/>
        </p:nvSpPr>
        <p:spPr>
          <a:xfrm>
            <a:off x="8470800" y="1749960"/>
            <a:ext cx="566640" cy="360"/>
          </a:xfrm>
          <a:prstGeom prst="line">
            <a:avLst/>
          </a:prstGeom>
          <a:ln w="0">
            <a:solidFill>
              <a:srgbClr val="3465a4"/>
            </a:solidFill>
            <a:prstDash val="lgDash"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"/>
          <p:cNvSpPr/>
          <p:nvPr/>
        </p:nvSpPr>
        <p:spPr>
          <a:xfrm>
            <a:off x="8251560" y="1155600"/>
            <a:ext cx="28260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8" name="" descr=""/>
          <p:cNvPicPr/>
          <p:nvPr/>
        </p:nvPicPr>
        <p:blipFill>
          <a:blip r:embed="rId3"/>
          <a:stretch/>
        </p:blipFill>
        <p:spPr>
          <a:xfrm rot="21590400">
            <a:off x="4069800" y="2334960"/>
            <a:ext cx="781200" cy="78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9" name=""/>
          <p:cNvSpPr/>
          <p:nvPr/>
        </p:nvSpPr>
        <p:spPr>
          <a:xfrm flipV="1">
            <a:off x="4503960" y="2203560"/>
            <a:ext cx="3867120" cy="54000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"/>
          <p:cNvSpPr/>
          <p:nvPr/>
        </p:nvSpPr>
        <p:spPr>
          <a:xfrm>
            <a:off x="4468320" y="2743560"/>
            <a:ext cx="3902760" cy="58500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1" name="" descr=""/>
          <p:cNvPicPr/>
          <p:nvPr/>
        </p:nvPicPr>
        <p:blipFill>
          <a:blip r:embed="rId4">
            <a:alphaModFix amt="51000"/>
          </a:blip>
          <a:stretch/>
        </p:blipFill>
        <p:spPr>
          <a:xfrm>
            <a:off x="3180240" y="1482120"/>
            <a:ext cx="4418640" cy="270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BE591F-C879-4258-B7E2-A6E8F3A9C65D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" descr=""/>
          <p:cNvPicPr/>
          <p:nvPr/>
        </p:nvPicPr>
        <p:blipFill>
          <a:blip r:embed="rId1"/>
          <a:stretch/>
        </p:blipFill>
        <p:spPr>
          <a:xfrm>
            <a:off x="1477440" y="660600"/>
            <a:ext cx="6675480" cy="410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3" name="PlaceHolder 5"/>
          <p:cNvSpPr/>
          <p:nvPr/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300" strike="noStrike" u="none">
                <a:solidFill>
                  <a:srgbClr val="ff8000"/>
                </a:solidFill>
                <a:effectLst/>
                <a:uFillTx/>
                <a:latin typeface="Arial"/>
                <a:ea typeface="DejaVu Sans"/>
              </a:rPr>
              <a:t>Star Formation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B0C6612-C25D-4A65-ADA1-ECB64B0DFE8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"/>
          <p:cNvSpPr/>
          <p:nvPr/>
        </p:nvSpPr>
        <p:spPr>
          <a:xfrm>
            <a:off x="2269080" y="2801160"/>
            <a:ext cx="495720" cy="36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"/>
          <p:cNvSpPr/>
          <p:nvPr/>
        </p:nvSpPr>
        <p:spPr>
          <a:xfrm>
            <a:off x="2273760" y="2973600"/>
            <a:ext cx="427680" cy="12636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"/>
          <p:cNvSpPr/>
          <p:nvPr/>
        </p:nvSpPr>
        <p:spPr>
          <a:xfrm>
            <a:off x="2175480" y="3047400"/>
            <a:ext cx="375480" cy="31500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"/>
          <p:cNvSpPr/>
          <p:nvPr/>
        </p:nvSpPr>
        <p:spPr>
          <a:xfrm flipV="1">
            <a:off x="2273760" y="2502720"/>
            <a:ext cx="427680" cy="14184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"/>
          <p:cNvSpPr/>
          <p:nvPr/>
        </p:nvSpPr>
        <p:spPr>
          <a:xfrm flipV="1">
            <a:off x="2190600" y="2203920"/>
            <a:ext cx="396360" cy="33012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"/>
          <p:cNvSpPr/>
          <p:nvPr/>
        </p:nvSpPr>
        <p:spPr>
          <a:xfrm flipV="1">
            <a:off x="1977480" y="1936800"/>
            <a:ext cx="45720" cy="51480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"/>
          <p:cNvSpPr/>
          <p:nvPr/>
        </p:nvSpPr>
        <p:spPr>
          <a:xfrm flipH="1" flipV="1">
            <a:off x="1710360" y="1972800"/>
            <a:ext cx="142200" cy="50400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"/>
          <p:cNvSpPr/>
          <p:nvPr/>
        </p:nvSpPr>
        <p:spPr>
          <a:xfrm flipV="1">
            <a:off x="2106720" y="2020680"/>
            <a:ext cx="245160" cy="48204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"/>
          <p:cNvSpPr/>
          <p:nvPr/>
        </p:nvSpPr>
        <p:spPr>
          <a:xfrm>
            <a:off x="2086560" y="3146040"/>
            <a:ext cx="135000" cy="43596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"/>
          <p:cNvSpPr/>
          <p:nvPr/>
        </p:nvSpPr>
        <p:spPr>
          <a:xfrm flipH="1">
            <a:off x="1809360" y="3146040"/>
            <a:ext cx="74160" cy="43596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"/>
          <p:cNvSpPr/>
          <p:nvPr/>
        </p:nvSpPr>
        <p:spPr>
          <a:xfrm flipH="1">
            <a:off x="1428480" y="3083400"/>
            <a:ext cx="283320" cy="29952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"/>
          <p:cNvSpPr/>
          <p:nvPr/>
        </p:nvSpPr>
        <p:spPr>
          <a:xfrm flipH="1">
            <a:off x="1214640" y="2958120"/>
            <a:ext cx="388080" cy="24156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"/>
          <p:cNvSpPr/>
          <p:nvPr/>
        </p:nvSpPr>
        <p:spPr>
          <a:xfrm flipH="1">
            <a:off x="1099800" y="2832840"/>
            <a:ext cx="455760" cy="6804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3040" bIns="230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 flipH="1" flipV="1">
            <a:off x="1222200" y="2322000"/>
            <a:ext cx="432000" cy="29592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"/>
          <p:cNvSpPr/>
          <p:nvPr/>
        </p:nvSpPr>
        <p:spPr>
          <a:xfrm flipH="1" flipV="1">
            <a:off x="1485000" y="2076840"/>
            <a:ext cx="297360" cy="49788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"/>
          <p:cNvSpPr/>
          <p:nvPr/>
        </p:nvSpPr>
        <p:spPr>
          <a:xfrm flipH="1" flipV="1">
            <a:off x="1119600" y="2554560"/>
            <a:ext cx="511200" cy="183240"/>
          </a:xfrm>
          <a:prstGeom prst="line">
            <a:avLst/>
          </a:prstGeom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"/>
          <p:cNvSpPr/>
          <p:nvPr/>
        </p:nvSpPr>
        <p:spPr>
          <a:xfrm>
            <a:off x="1542960" y="2435760"/>
            <a:ext cx="772560" cy="743400"/>
          </a:xfrm>
          <a:prstGeom prst="ellipse">
            <a:avLst/>
          </a:prstGeom>
          <a:solidFill>
            <a:srgbClr val="342a06"/>
          </a:solidFill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1" name=""/>
          <p:cNvSpPr/>
          <p:nvPr/>
        </p:nvSpPr>
        <p:spPr>
          <a:xfrm>
            <a:off x="1109880" y="1936800"/>
            <a:ext cx="1672560" cy="1715400"/>
          </a:xfrm>
          <a:prstGeom prst="ellipse">
            <a:avLst/>
          </a:prstGeom>
          <a:gradFill rotWithShape="0">
            <a:gsLst>
              <a:gs pos="0">
                <a:srgbClr val="ffff00">
                  <a:alpha val="0"/>
                </a:srgbClr>
              </a:gs>
              <a:gs pos="100000">
                <a:srgbClr val="ff4000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342a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"/>
          <p:cNvSpPr/>
          <p:nvPr/>
        </p:nvSpPr>
        <p:spPr>
          <a:xfrm>
            <a:off x="7200" y="2550600"/>
            <a:ext cx="423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"/>
          <p:cNvSpPr/>
          <p:nvPr/>
        </p:nvSpPr>
        <p:spPr>
          <a:xfrm>
            <a:off x="1613880" y="2489400"/>
            <a:ext cx="639360" cy="6224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"/>
          <p:cNvSpPr/>
          <p:nvPr/>
        </p:nvSpPr>
        <p:spPr>
          <a:xfrm>
            <a:off x="680760" y="1006920"/>
            <a:ext cx="7772400" cy="4248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Core Temperature &gt; 10 MK  - Nucleosynthesis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5" name="" descr=""/>
          <p:cNvPicPr/>
          <p:nvPr/>
        </p:nvPicPr>
        <p:blipFill>
          <a:blip r:embed="rId1"/>
          <a:stretch/>
        </p:blipFill>
        <p:spPr>
          <a:xfrm>
            <a:off x="3282480" y="2860920"/>
            <a:ext cx="4033080" cy="689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96" name=""/>
          <p:cNvGrpSpPr/>
          <p:nvPr/>
        </p:nvGrpSpPr>
        <p:grpSpPr>
          <a:xfrm>
            <a:off x="7491600" y="1864800"/>
            <a:ext cx="1753200" cy="1645200"/>
            <a:chOff x="7491600" y="1864800"/>
            <a:chExt cx="1753200" cy="1645200"/>
          </a:xfrm>
        </p:grpSpPr>
        <p:sp>
          <p:nvSpPr>
            <p:cNvPr id="997" name=""/>
            <p:cNvSpPr/>
            <p:nvPr/>
          </p:nvSpPr>
          <p:spPr>
            <a:xfrm>
              <a:off x="8749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"/>
            <p:cNvSpPr/>
            <p:nvPr/>
          </p:nvSpPr>
          <p:spPr>
            <a:xfrm>
              <a:off x="8717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"/>
            <p:cNvSpPr/>
            <p:nvPr/>
          </p:nvSpPr>
          <p:spPr>
            <a:xfrm>
              <a:off x="8655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"/>
            <p:cNvSpPr/>
            <p:nvPr/>
          </p:nvSpPr>
          <p:spPr>
            <a:xfrm flipV="1">
              <a:off x="8717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1" name=""/>
            <p:cNvSpPr/>
            <p:nvPr/>
          </p:nvSpPr>
          <p:spPr>
            <a:xfrm flipV="1">
              <a:off x="8634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2" name=""/>
            <p:cNvSpPr/>
            <p:nvPr/>
          </p:nvSpPr>
          <p:spPr>
            <a:xfrm flipV="1">
              <a:off x="8421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3" name=""/>
            <p:cNvSpPr/>
            <p:nvPr/>
          </p:nvSpPr>
          <p:spPr>
            <a:xfrm flipH="1" flipV="1">
              <a:off x="8154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4" name=""/>
            <p:cNvSpPr/>
            <p:nvPr/>
          </p:nvSpPr>
          <p:spPr>
            <a:xfrm flipV="1">
              <a:off x="8550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5" name=""/>
            <p:cNvSpPr/>
            <p:nvPr/>
          </p:nvSpPr>
          <p:spPr>
            <a:xfrm>
              <a:off x="8530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"/>
            <p:cNvSpPr/>
            <p:nvPr/>
          </p:nvSpPr>
          <p:spPr>
            <a:xfrm flipH="1">
              <a:off x="8253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7" name=""/>
            <p:cNvSpPr/>
            <p:nvPr/>
          </p:nvSpPr>
          <p:spPr>
            <a:xfrm flipH="1">
              <a:off x="7872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8" name=""/>
            <p:cNvSpPr/>
            <p:nvPr/>
          </p:nvSpPr>
          <p:spPr>
            <a:xfrm flipH="1">
              <a:off x="7658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"/>
            <p:cNvSpPr/>
            <p:nvPr/>
          </p:nvSpPr>
          <p:spPr>
            <a:xfrm flipH="1">
              <a:off x="7543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0" name=""/>
            <p:cNvSpPr/>
            <p:nvPr/>
          </p:nvSpPr>
          <p:spPr>
            <a:xfrm flipH="1" flipV="1">
              <a:off x="7575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1" name=""/>
            <p:cNvSpPr/>
            <p:nvPr/>
          </p:nvSpPr>
          <p:spPr>
            <a:xfrm flipH="1" flipV="1">
              <a:off x="7857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2" name=""/>
            <p:cNvSpPr/>
            <p:nvPr/>
          </p:nvSpPr>
          <p:spPr>
            <a:xfrm flipH="1" flipV="1">
              <a:off x="7491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3" name=""/>
            <p:cNvSpPr/>
            <p:nvPr/>
          </p:nvSpPr>
          <p:spPr>
            <a:xfrm>
              <a:off x="798696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" name=""/>
            <p:cNvSpPr/>
            <p:nvPr/>
          </p:nvSpPr>
          <p:spPr>
            <a:xfrm>
              <a:off x="7805880" y="2190600"/>
              <a:ext cx="1137600" cy="113760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5" name=""/>
          <p:cNvSpPr/>
          <p:nvPr/>
        </p:nvSpPr>
        <p:spPr>
          <a:xfrm>
            <a:off x="3396600" y="2073600"/>
            <a:ext cx="43398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Overcome electrostatic repulsion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"/>
          <p:cNvSpPr/>
          <p:nvPr/>
        </p:nvSpPr>
        <p:spPr>
          <a:xfrm>
            <a:off x="3594600" y="1600200"/>
            <a:ext cx="2816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High Velocity of Particles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"/>
          <p:cNvSpPr/>
          <p:nvPr/>
        </p:nvSpPr>
        <p:spPr>
          <a:xfrm>
            <a:off x="3594600" y="3688200"/>
            <a:ext cx="5546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Nuclear Fusion energy halts gravitational collapse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Thermal electromagnetic radiation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Luminosity is proportion to the mass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8"/>
          <p:cNvSpPr/>
          <p:nvPr/>
        </p:nvSpPr>
        <p:spPr>
          <a:xfrm>
            <a:off x="360000" y="188640"/>
            <a:ext cx="935460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300" strike="noStrike" u="none">
                <a:solidFill>
                  <a:srgbClr val="ff8000"/>
                </a:solidFill>
                <a:effectLst/>
                <a:uFillTx/>
                <a:latin typeface="Arial"/>
                <a:ea typeface="DejaVu Sans"/>
              </a:rPr>
              <a:t>Introduction – Main Sequence Star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772DFAF-7887-457C-A823-4E4FFD68917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" descr=""/>
          <p:cNvPicPr/>
          <p:nvPr/>
        </p:nvPicPr>
        <p:blipFill>
          <a:blip r:embed="rId1"/>
          <a:stretch/>
        </p:blipFill>
        <p:spPr>
          <a:xfrm>
            <a:off x="3958560" y="-5760"/>
            <a:ext cx="6115320" cy="5664240"/>
          </a:xfrm>
          <a:prstGeom prst="rect">
            <a:avLst/>
          </a:prstGeom>
          <a:noFill/>
          <a:ln w="18000">
            <a:noFill/>
          </a:ln>
        </p:spPr>
      </p:pic>
      <p:grpSp>
        <p:nvGrpSpPr>
          <p:cNvPr id="1020" name=""/>
          <p:cNvGrpSpPr/>
          <p:nvPr/>
        </p:nvGrpSpPr>
        <p:grpSpPr>
          <a:xfrm>
            <a:off x="1479600" y="1864800"/>
            <a:ext cx="1753200" cy="1645200"/>
            <a:chOff x="1479600" y="1864800"/>
            <a:chExt cx="1753200" cy="1645200"/>
          </a:xfrm>
        </p:grpSpPr>
        <p:sp>
          <p:nvSpPr>
            <p:cNvPr id="1021" name=""/>
            <p:cNvSpPr/>
            <p:nvPr/>
          </p:nvSpPr>
          <p:spPr>
            <a:xfrm>
              <a:off x="2737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2" name=""/>
            <p:cNvSpPr/>
            <p:nvPr/>
          </p:nvSpPr>
          <p:spPr>
            <a:xfrm>
              <a:off x="2705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3" name=""/>
            <p:cNvSpPr/>
            <p:nvPr/>
          </p:nvSpPr>
          <p:spPr>
            <a:xfrm>
              <a:off x="2643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4" name=""/>
            <p:cNvSpPr/>
            <p:nvPr/>
          </p:nvSpPr>
          <p:spPr>
            <a:xfrm flipV="1">
              <a:off x="2705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" name=""/>
            <p:cNvSpPr/>
            <p:nvPr/>
          </p:nvSpPr>
          <p:spPr>
            <a:xfrm flipV="1">
              <a:off x="2622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"/>
            <p:cNvSpPr/>
            <p:nvPr/>
          </p:nvSpPr>
          <p:spPr>
            <a:xfrm flipV="1">
              <a:off x="2409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7" name=""/>
            <p:cNvSpPr/>
            <p:nvPr/>
          </p:nvSpPr>
          <p:spPr>
            <a:xfrm flipH="1" flipV="1">
              <a:off x="2142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8" name=""/>
            <p:cNvSpPr/>
            <p:nvPr/>
          </p:nvSpPr>
          <p:spPr>
            <a:xfrm flipV="1">
              <a:off x="2538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9" name=""/>
            <p:cNvSpPr/>
            <p:nvPr/>
          </p:nvSpPr>
          <p:spPr>
            <a:xfrm>
              <a:off x="2518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0" name=""/>
            <p:cNvSpPr/>
            <p:nvPr/>
          </p:nvSpPr>
          <p:spPr>
            <a:xfrm flipH="1">
              <a:off x="2241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"/>
            <p:cNvSpPr/>
            <p:nvPr/>
          </p:nvSpPr>
          <p:spPr>
            <a:xfrm flipH="1">
              <a:off x="1860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"/>
            <p:cNvSpPr/>
            <p:nvPr/>
          </p:nvSpPr>
          <p:spPr>
            <a:xfrm flipH="1">
              <a:off x="1646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3" name=""/>
            <p:cNvSpPr/>
            <p:nvPr/>
          </p:nvSpPr>
          <p:spPr>
            <a:xfrm flipH="1">
              <a:off x="1531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4" name=""/>
            <p:cNvSpPr/>
            <p:nvPr/>
          </p:nvSpPr>
          <p:spPr>
            <a:xfrm flipH="1" flipV="1">
              <a:off x="1563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5" name=""/>
            <p:cNvSpPr/>
            <p:nvPr/>
          </p:nvSpPr>
          <p:spPr>
            <a:xfrm flipH="1" flipV="1">
              <a:off x="1845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6" name=""/>
            <p:cNvSpPr/>
            <p:nvPr/>
          </p:nvSpPr>
          <p:spPr>
            <a:xfrm flipH="1" flipV="1">
              <a:off x="1479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7" name=""/>
            <p:cNvSpPr/>
            <p:nvPr/>
          </p:nvSpPr>
          <p:spPr>
            <a:xfrm>
              <a:off x="197496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8" name=""/>
            <p:cNvSpPr/>
            <p:nvPr/>
          </p:nvSpPr>
          <p:spPr>
            <a:xfrm>
              <a:off x="1793880" y="2190600"/>
              <a:ext cx="1137600" cy="113760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9" name=""/>
          <p:cNvSpPr/>
          <p:nvPr/>
        </p:nvSpPr>
        <p:spPr>
          <a:xfrm flipH="1" flipV="1">
            <a:off x="2955240" y="3154320"/>
            <a:ext cx="1621800" cy="1694160"/>
          </a:xfrm>
          <a:custGeom>
            <a:avLst/>
            <a:gdLst>
              <a:gd name="textAreaLeft" fmla="*/ -360 w 1621800"/>
              <a:gd name="textAreaRight" fmla="*/ 1621800 w 1621800"/>
              <a:gd name="textAreaTop" fmla="*/ 360 h 1694160"/>
              <a:gd name="textAreaBottom" fmla="*/ 1694880 h 1694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C2B579F9-A09D-4A1F-B5B7-753A1E3681AC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" descr=""/>
          <p:cNvPicPr/>
          <p:nvPr/>
        </p:nvPicPr>
        <p:blipFill>
          <a:blip r:embed="rId1"/>
          <a:stretch/>
        </p:blipFill>
        <p:spPr>
          <a:xfrm>
            <a:off x="3958560" y="-5760"/>
            <a:ext cx="6115320" cy="56642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041" name=""/>
          <p:cNvSpPr/>
          <p:nvPr/>
        </p:nvSpPr>
        <p:spPr>
          <a:xfrm>
            <a:off x="3200400" y="2743200"/>
            <a:ext cx="1143000" cy="36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"/>
          <p:cNvSpPr/>
          <p:nvPr/>
        </p:nvSpPr>
        <p:spPr>
          <a:xfrm>
            <a:off x="3128400" y="3139200"/>
            <a:ext cx="986400" cy="289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"/>
          <p:cNvSpPr/>
          <p:nvPr/>
        </p:nvSpPr>
        <p:spPr>
          <a:xfrm>
            <a:off x="2984400" y="3391200"/>
            <a:ext cx="865800" cy="7236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"/>
          <p:cNvSpPr/>
          <p:nvPr/>
        </p:nvSpPr>
        <p:spPr>
          <a:xfrm flipV="1">
            <a:off x="3128400" y="2057400"/>
            <a:ext cx="986400" cy="325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"/>
          <p:cNvSpPr/>
          <p:nvPr/>
        </p:nvSpPr>
        <p:spPr>
          <a:xfrm flipV="1">
            <a:off x="2936160" y="1371600"/>
            <a:ext cx="914040" cy="75816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"/>
          <p:cNvSpPr/>
          <p:nvPr/>
        </p:nvSpPr>
        <p:spPr>
          <a:xfrm flipV="1">
            <a:off x="2444760" y="757800"/>
            <a:ext cx="105840" cy="118188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"/>
          <p:cNvSpPr/>
          <p:nvPr/>
        </p:nvSpPr>
        <p:spPr>
          <a:xfrm flipH="1" flipV="1">
            <a:off x="1828800" y="757800"/>
            <a:ext cx="328320" cy="11574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"/>
          <p:cNvSpPr/>
          <p:nvPr/>
        </p:nvSpPr>
        <p:spPr>
          <a:xfrm flipV="1">
            <a:off x="2743200" y="950400"/>
            <a:ext cx="565200" cy="11070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"/>
          <p:cNvSpPr/>
          <p:nvPr/>
        </p:nvSpPr>
        <p:spPr>
          <a:xfrm>
            <a:off x="2696400" y="3535200"/>
            <a:ext cx="311400" cy="1000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"/>
          <p:cNvSpPr/>
          <p:nvPr/>
        </p:nvSpPr>
        <p:spPr>
          <a:xfrm flipH="1">
            <a:off x="2057400" y="3535200"/>
            <a:ext cx="171000" cy="1000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"/>
          <p:cNvSpPr/>
          <p:nvPr/>
        </p:nvSpPr>
        <p:spPr>
          <a:xfrm flipH="1">
            <a:off x="1179000" y="3391200"/>
            <a:ext cx="653400" cy="6876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"/>
          <p:cNvSpPr/>
          <p:nvPr/>
        </p:nvSpPr>
        <p:spPr>
          <a:xfrm flipH="1">
            <a:off x="685800" y="3103200"/>
            <a:ext cx="894600" cy="5544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"/>
          <p:cNvSpPr/>
          <p:nvPr/>
        </p:nvSpPr>
        <p:spPr>
          <a:xfrm flipH="1">
            <a:off x="421200" y="2815200"/>
            <a:ext cx="1051200" cy="1566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"/>
          <p:cNvSpPr/>
          <p:nvPr/>
        </p:nvSpPr>
        <p:spPr>
          <a:xfrm flipH="1" flipV="1">
            <a:off x="493200" y="1371600"/>
            <a:ext cx="1123200" cy="86796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"/>
          <p:cNvSpPr/>
          <p:nvPr/>
        </p:nvSpPr>
        <p:spPr>
          <a:xfrm flipH="1" flipV="1">
            <a:off x="1143000" y="914400"/>
            <a:ext cx="685800" cy="11430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"/>
          <p:cNvSpPr/>
          <p:nvPr/>
        </p:nvSpPr>
        <p:spPr>
          <a:xfrm flipH="1" flipV="1">
            <a:off x="300600" y="2093400"/>
            <a:ext cx="1179000" cy="4212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"/>
          <p:cNvSpPr/>
          <p:nvPr/>
        </p:nvSpPr>
        <p:spPr>
          <a:xfrm>
            <a:off x="1472400" y="1903680"/>
            <a:ext cx="1758960" cy="1713240"/>
          </a:xfrm>
          <a:prstGeom prst="ellipse">
            <a:avLst/>
          </a:prstGeom>
          <a:solidFill>
            <a:srgbClr val="ffbf00"/>
          </a:soli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"/>
          <p:cNvSpPr/>
          <p:nvPr/>
        </p:nvSpPr>
        <p:spPr>
          <a:xfrm>
            <a:off x="2093040" y="2466000"/>
            <a:ext cx="537120" cy="595800"/>
          </a:xfrm>
          <a:prstGeom prst="ellipse">
            <a:avLst/>
          </a:prstGeom>
          <a:solidFill>
            <a:srgbClr val="ffff00"/>
          </a:solidFill>
          <a:ln w="180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"/>
          <p:cNvSpPr/>
          <p:nvPr/>
        </p:nvSpPr>
        <p:spPr>
          <a:xfrm>
            <a:off x="1793880" y="2190600"/>
            <a:ext cx="1137600" cy="1137600"/>
          </a:xfrm>
          <a:prstGeom prst="ellipse">
            <a:avLst/>
          </a:prstGeom>
          <a:gradFill rotWithShape="0">
            <a:gsLst>
              <a:gs pos="0">
                <a:srgbClr val="ffff00">
                  <a:alpha val="0"/>
                </a:srgbClr>
              </a:gs>
              <a:gs pos="100000">
                <a:srgbClr val="f10d0c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"/>
          <p:cNvSpPr/>
          <p:nvPr/>
        </p:nvSpPr>
        <p:spPr>
          <a:xfrm flipH="1" flipV="1">
            <a:off x="3229560" y="2758680"/>
            <a:ext cx="1761480" cy="1126800"/>
          </a:xfrm>
          <a:custGeom>
            <a:avLst/>
            <a:gdLst>
              <a:gd name="textAreaLeft" fmla="*/ -360 w 1761480"/>
              <a:gd name="textAreaRight" fmla="*/ 1761480 w 1761480"/>
              <a:gd name="textAreaTop" fmla="*/ 360 h 1126800"/>
              <a:gd name="textAreaBottom" fmla="*/ 1127520 h 1126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108CD973-3F27-4E44-AF01-AE33D70A33BC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" descr=""/>
          <p:cNvPicPr/>
          <p:nvPr/>
        </p:nvPicPr>
        <p:blipFill>
          <a:blip r:embed="rId1"/>
          <a:stretch/>
        </p:blipFill>
        <p:spPr>
          <a:xfrm>
            <a:off x="3958560" y="-5760"/>
            <a:ext cx="6115320" cy="56642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062" name=""/>
          <p:cNvSpPr/>
          <p:nvPr/>
        </p:nvSpPr>
        <p:spPr>
          <a:xfrm>
            <a:off x="3200400" y="2743200"/>
            <a:ext cx="1143000" cy="36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"/>
          <p:cNvSpPr/>
          <p:nvPr/>
        </p:nvSpPr>
        <p:spPr>
          <a:xfrm>
            <a:off x="3128400" y="3139200"/>
            <a:ext cx="986400" cy="289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"/>
          <p:cNvSpPr/>
          <p:nvPr/>
        </p:nvSpPr>
        <p:spPr>
          <a:xfrm>
            <a:off x="2984400" y="3391200"/>
            <a:ext cx="865800" cy="7236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"/>
          <p:cNvSpPr/>
          <p:nvPr/>
        </p:nvSpPr>
        <p:spPr>
          <a:xfrm flipV="1">
            <a:off x="3128400" y="2057400"/>
            <a:ext cx="986400" cy="325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"/>
          <p:cNvSpPr/>
          <p:nvPr/>
        </p:nvSpPr>
        <p:spPr>
          <a:xfrm flipV="1">
            <a:off x="2936160" y="1371600"/>
            <a:ext cx="914040" cy="75816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"/>
          <p:cNvSpPr/>
          <p:nvPr/>
        </p:nvSpPr>
        <p:spPr>
          <a:xfrm flipV="1">
            <a:off x="2444760" y="757800"/>
            <a:ext cx="105840" cy="118188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"/>
          <p:cNvSpPr/>
          <p:nvPr/>
        </p:nvSpPr>
        <p:spPr>
          <a:xfrm flipH="1" flipV="1">
            <a:off x="1828800" y="757800"/>
            <a:ext cx="328320" cy="11574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"/>
          <p:cNvSpPr/>
          <p:nvPr/>
        </p:nvSpPr>
        <p:spPr>
          <a:xfrm flipV="1">
            <a:off x="2743200" y="950400"/>
            <a:ext cx="565200" cy="11070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"/>
          <p:cNvSpPr/>
          <p:nvPr/>
        </p:nvSpPr>
        <p:spPr>
          <a:xfrm>
            <a:off x="2696400" y="3535200"/>
            <a:ext cx="311400" cy="1000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"/>
          <p:cNvSpPr/>
          <p:nvPr/>
        </p:nvSpPr>
        <p:spPr>
          <a:xfrm flipH="1">
            <a:off x="2057400" y="3535200"/>
            <a:ext cx="171000" cy="1000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"/>
          <p:cNvSpPr/>
          <p:nvPr/>
        </p:nvSpPr>
        <p:spPr>
          <a:xfrm flipH="1">
            <a:off x="1179000" y="3391200"/>
            <a:ext cx="653400" cy="6876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"/>
          <p:cNvSpPr/>
          <p:nvPr/>
        </p:nvSpPr>
        <p:spPr>
          <a:xfrm flipH="1">
            <a:off x="685800" y="3103200"/>
            <a:ext cx="894600" cy="5544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"/>
          <p:cNvSpPr/>
          <p:nvPr/>
        </p:nvSpPr>
        <p:spPr>
          <a:xfrm flipH="1">
            <a:off x="421200" y="2815200"/>
            <a:ext cx="1051200" cy="1566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"/>
          <p:cNvSpPr/>
          <p:nvPr/>
        </p:nvSpPr>
        <p:spPr>
          <a:xfrm flipH="1" flipV="1">
            <a:off x="493200" y="1371600"/>
            <a:ext cx="1123200" cy="86796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"/>
          <p:cNvSpPr/>
          <p:nvPr/>
        </p:nvSpPr>
        <p:spPr>
          <a:xfrm flipH="1" flipV="1">
            <a:off x="1143000" y="914400"/>
            <a:ext cx="685800" cy="11430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"/>
          <p:cNvSpPr/>
          <p:nvPr/>
        </p:nvSpPr>
        <p:spPr>
          <a:xfrm flipH="1" flipV="1">
            <a:off x="300600" y="2093400"/>
            <a:ext cx="1179000" cy="4212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"/>
          <p:cNvSpPr/>
          <p:nvPr/>
        </p:nvSpPr>
        <p:spPr>
          <a:xfrm>
            <a:off x="1407600" y="1792800"/>
            <a:ext cx="1931760" cy="1932120"/>
          </a:xfrm>
          <a:prstGeom prst="ellipse">
            <a:avLst/>
          </a:prstGeom>
          <a:solidFill>
            <a:srgbClr val="ff8000"/>
          </a:soli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"/>
          <p:cNvSpPr/>
          <p:nvPr/>
        </p:nvSpPr>
        <p:spPr>
          <a:xfrm>
            <a:off x="2165040" y="2586600"/>
            <a:ext cx="417600" cy="381240"/>
          </a:xfrm>
          <a:prstGeom prst="ellipse">
            <a:avLst/>
          </a:prstGeom>
          <a:solidFill>
            <a:srgbClr val="ffff00"/>
          </a:solidFill>
          <a:ln w="180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"/>
          <p:cNvSpPr/>
          <p:nvPr/>
        </p:nvSpPr>
        <p:spPr>
          <a:xfrm flipH="1" flipV="1">
            <a:off x="3231720" y="2756520"/>
            <a:ext cx="5374800" cy="692280"/>
          </a:xfrm>
          <a:custGeom>
            <a:avLst/>
            <a:gdLst>
              <a:gd name="textAreaLeft" fmla="*/ 360 w 5374800"/>
              <a:gd name="textAreaRight" fmla="*/ 5375520 w 5374800"/>
              <a:gd name="textAreaTop" fmla="*/ -360 h 692280"/>
              <a:gd name="textAreaBottom" fmla="*/ 692280 h 692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"/>
          <p:cNvSpPr/>
          <p:nvPr/>
        </p:nvSpPr>
        <p:spPr>
          <a:xfrm>
            <a:off x="1794240" y="2190600"/>
            <a:ext cx="1137600" cy="1137600"/>
          </a:xfrm>
          <a:prstGeom prst="ellipse">
            <a:avLst/>
          </a:prstGeom>
          <a:gradFill rotWithShape="0">
            <a:gsLst>
              <a:gs pos="0">
                <a:srgbClr val="ffff00">
                  <a:alpha val="0"/>
                </a:srgbClr>
              </a:gs>
              <a:gs pos="100000">
                <a:srgbClr val="f10d0c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4254FC9B-1541-41D8-BCD9-825F56413ADD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" descr=""/>
          <p:cNvPicPr/>
          <p:nvPr/>
        </p:nvPicPr>
        <p:blipFill>
          <a:blip r:embed="rId1"/>
          <a:stretch/>
        </p:blipFill>
        <p:spPr>
          <a:xfrm>
            <a:off x="3958560" y="-5760"/>
            <a:ext cx="6115320" cy="56642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083" name=""/>
          <p:cNvSpPr/>
          <p:nvPr/>
        </p:nvSpPr>
        <p:spPr>
          <a:xfrm>
            <a:off x="3200400" y="2743200"/>
            <a:ext cx="1143000" cy="36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"/>
          <p:cNvSpPr/>
          <p:nvPr/>
        </p:nvSpPr>
        <p:spPr>
          <a:xfrm>
            <a:off x="3128400" y="3139200"/>
            <a:ext cx="986400" cy="289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"/>
          <p:cNvSpPr/>
          <p:nvPr/>
        </p:nvSpPr>
        <p:spPr>
          <a:xfrm>
            <a:off x="2984400" y="3391200"/>
            <a:ext cx="865800" cy="7236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"/>
          <p:cNvSpPr/>
          <p:nvPr/>
        </p:nvSpPr>
        <p:spPr>
          <a:xfrm flipV="1">
            <a:off x="3128400" y="2057400"/>
            <a:ext cx="986400" cy="325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"/>
          <p:cNvSpPr/>
          <p:nvPr/>
        </p:nvSpPr>
        <p:spPr>
          <a:xfrm flipV="1">
            <a:off x="2936160" y="1371600"/>
            <a:ext cx="914040" cy="75816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"/>
          <p:cNvSpPr/>
          <p:nvPr/>
        </p:nvSpPr>
        <p:spPr>
          <a:xfrm flipV="1">
            <a:off x="2444760" y="757800"/>
            <a:ext cx="105840" cy="118188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"/>
          <p:cNvSpPr/>
          <p:nvPr/>
        </p:nvSpPr>
        <p:spPr>
          <a:xfrm flipH="1" flipV="1">
            <a:off x="1828800" y="757800"/>
            <a:ext cx="328320" cy="11574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"/>
          <p:cNvSpPr/>
          <p:nvPr/>
        </p:nvSpPr>
        <p:spPr>
          <a:xfrm flipV="1">
            <a:off x="2743200" y="950400"/>
            <a:ext cx="565200" cy="11070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"/>
          <p:cNvSpPr/>
          <p:nvPr/>
        </p:nvSpPr>
        <p:spPr>
          <a:xfrm>
            <a:off x="2696400" y="3535200"/>
            <a:ext cx="311400" cy="1000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"/>
          <p:cNvSpPr/>
          <p:nvPr/>
        </p:nvSpPr>
        <p:spPr>
          <a:xfrm flipH="1">
            <a:off x="2057400" y="3535200"/>
            <a:ext cx="171000" cy="1000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"/>
          <p:cNvSpPr/>
          <p:nvPr/>
        </p:nvSpPr>
        <p:spPr>
          <a:xfrm flipH="1">
            <a:off x="1179000" y="3391200"/>
            <a:ext cx="653400" cy="6876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"/>
          <p:cNvSpPr/>
          <p:nvPr/>
        </p:nvSpPr>
        <p:spPr>
          <a:xfrm flipH="1">
            <a:off x="685800" y="3103200"/>
            <a:ext cx="894600" cy="5544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"/>
          <p:cNvSpPr/>
          <p:nvPr/>
        </p:nvSpPr>
        <p:spPr>
          <a:xfrm flipH="1">
            <a:off x="421200" y="2815200"/>
            <a:ext cx="1051200" cy="1566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"/>
          <p:cNvSpPr/>
          <p:nvPr/>
        </p:nvSpPr>
        <p:spPr>
          <a:xfrm flipH="1" flipV="1">
            <a:off x="493200" y="1371600"/>
            <a:ext cx="1123200" cy="86796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"/>
          <p:cNvSpPr/>
          <p:nvPr/>
        </p:nvSpPr>
        <p:spPr>
          <a:xfrm flipH="1" flipV="1">
            <a:off x="1143000" y="914400"/>
            <a:ext cx="685800" cy="11430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"/>
          <p:cNvSpPr/>
          <p:nvPr/>
        </p:nvSpPr>
        <p:spPr>
          <a:xfrm flipH="1" flipV="1">
            <a:off x="300600" y="2093400"/>
            <a:ext cx="1179000" cy="4212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"/>
          <p:cNvSpPr/>
          <p:nvPr/>
        </p:nvSpPr>
        <p:spPr>
          <a:xfrm>
            <a:off x="1263960" y="1672200"/>
            <a:ext cx="2210040" cy="2160720"/>
          </a:xfrm>
          <a:prstGeom prst="ellipse">
            <a:avLst/>
          </a:prstGeom>
          <a:solidFill>
            <a:srgbClr val="ffbf00"/>
          </a:soli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"/>
          <p:cNvSpPr/>
          <p:nvPr/>
        </p:nvSpPr>
        <p:spPr>
          <a:xfrm>
            <a:off x="1443600" y="1903680"/>
            <a:ext cx="1787760" cy="1713240"/>
          </a:xfrm>
          <a:prstGeom prst="ellipse">
            <a:avLst/>
          </a:prstGeom>
          <a:solidFill>
            <a:srgbClr val="ff8000"/>
          </a:soli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"/>
          <p:cNvSpPr/>
          <p:nvPr/>
        </p:nvSpPr>
        <p:spPr>
          <a:xfrm>
            <a:off x="2165040" y="2550600"/>
            <a:ext cx="416160" cy="403200"/>
          </a:xfrm>
          <a:prstGeom prst="ellipse">
            <a:avLst/>
          </a:prstGeom>
          <a:solidFill>
            <a:srgbClr val="ffbf00"/>
          </a:solidFill>
          <a:ln w="18000">
            <a:solidFill>
              <a:srgbClr val="ffb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"/>
          <p:cNvSpPr/>
          <p:nvPr/>
        </p:nvSpPr>
        <p:spPr>
          <a:xfrm>
            <a:off x="2237040" y="2622600"/>
            <a:ext cx="259200" cy="25920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"/>
          <p:cNvSpPr/>
          <p:nvPr/>
        </p:nvSpPr>
        <p:spPr>
          <a:xfrm>
            <a:off x="1613880" y="2057400"/>
            <a:ext cx="1473480" cy="1378800"/>
          </a:xfrm>
          <a:prstGeom prst="ellipse">
            <a:avLst/>
          </a:prstGeom>
          <a:gradFill rotWithShape="0">
            <a:gsLst>
              <a:gs pos="0">
                <a:srgbClr val="ffff00">
                  <a:alpha val="0"/>
                </a:srgbClr>
              </a:gs>
              <a:gs pos="100000">
                <a:srgbClr val="ff4000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"/>
          <p:cNvSpPr/>
          <p:nvPr/>
        </p:nvSpPr>
        <p:spPr>
          <a:xfrm flipH="1" flipV="1">
            <a:off x="2500200" y="2707200"/>
            <a:ext cx="6150600" cy="45720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FFFB1494-FD63-453B-812F-192237448C29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" name="" descr=""/>
          <p:cNvPicPr/>
          <p:nvPr/>
        </p:nvPicPr>
        <p:blipFill>
          <a:blip r:embed="rId1"/>
          <a:stretch/>
        </p:blipFill>
        <p:spPr>
          <a:xfrm>
            <a:off x="3958560" y="-6120"/>
            <a:ext cx="6115320" cy="56642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06" name=""/>
          <p:cNvSpPr/>
          <p:nvPr/>
        </p:nvSpPr>
        <p:spPr>
          <a:xfrm>
            <a:off x="3200400" y="2743200"/>
            <a:ext cx="1143000" cy="36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"/>
          <p:cNvSpPr/>
          <p:nvPr/>
        </p:nvSpPr>
        <p:spPr>
          <a:xfrm>
            <a:off x="3128400" y="3139200"/>
            <a:ext cx="986400" cy="289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"/>
          <p:cNvSpPr/>
          <p:nvPr/>
        </p:nvSpPr>
        <p:spPr>
          <a:xfrm>
            <a:off x="2984400" y="3391200"/>
            <a:ext cx="865800" cy="7236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"/>
          <p:cNvSpPr/>
          <p:nvPr/>
        </p:nvSpPr>
        <p:spPr>
          <a:xfrm flipV="1">
            <a:off x="3128400" y="2057400"/>
            <a:ext cx="986400" cy="325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"/>
          <p:cNvSpPr/>
          <p:nvPr/>
        </p:nvSpPr>
        <p:spPr>
          <a:xfrm flipV="1">
            <a:off x="2936160" y="1371600"/>
            <a:ext cx="914040" cy="75816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"/>
          <p:cNvSpPr/>
          <p:nvPr/>
        </p:nvSpPr>
        <p:spPr>
          <a:xfrm flipV="1">
            <a:off x="2444760" y="757800"/>
            <a:ext cx="105840" cy="118188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"/>
          <p:cNvSpPr/>
          <p:nvPr/>
        </p:nvSpPr>
        <p:spPr>
          <a:xfrm flipH="1" flipV="1">
            <a:off x="1828800" y="757800"/>
            <a:ext cx="328320" cy="11574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"/>
          <p:cNvSpPr/>
          <p:nvPr/>
        </p:nvSpPr>
        <p:spPr>
          <a:xfrm flipV="1">
            <a:off x="2743200" y="950400"/>
            <a:ext cx="565200" cy="11070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"/>
          <p:cNvSpPr/>
          <p:nvPr/>
        </p:nvSpPr>
        <p:spPr>
          <a:xfrm>
            <a:off x="2696400" y="3535200"/>
            <a:ext cx="311400" cy="1000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"/>
          <p:cNvSpPr/>
          <p:nvPr/>
        </p:nvSpPr>
        <p:spPr>
          <a:xfrm flipH="1">
            <a:off x="2057400" y="3535200"/>
            <a:ext cx="171000" cy="10008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"/>
          <p:cNvSpPr/>
          <p:nvPr/>
        </p:nvSpPr>
        <p:spPr>
          <a:xfrm flipH="1">
            <a:off x="1179000" y="3391200"/>
            <a:ext cx="653400" cy="6876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"/>
          <p:cNvSpPr/>
          <p:nvPr/>
        </p:nvSpPr>
        <p:spPr>
          <a:xfrm flipH="1">
            <a:off x="685800" y="3103200"/>
            <a:ext cx="894600" cy="5544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"/>
          <p:cNvSpPr/>
          <p:nvPr/>
        </p:nvSpPr>
        <p:spPr>
          <a:xfrm flipH="1">
            <a:off x="421200" y="2815200"/>
            <a:ext cx="1051200" cy="1566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"/>
          <p:cNvSpPr/>
          <p:nvPr/>
        </p:nvSpPr>
        <p:spPr>
          <a:xfrm flipH="1" flipV="1">
            <a:off x="493200" y="1371600"/>
            <a:ext cx="1123200" cy="86796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"/>
          <p:cNvSpPr/>
          <p:nvPr/>
        </p:nvSpPr>
        <p:spPr>
          <a:xfrm flipH="1" flipV="1">
            <a:off x="1143000" y="914400"/>
            <a:ext cx="685800" cy="11430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"/>
          <p:cNvSpPr/>
          <p:nvPr/>
        </p:nvSpPr>
        <p:spPr>
          <a:xfrm flipH="1" flipV="1">
            <a:off x="300600" y="2093400"/>
            <a:ext cx="1179000" cy="421200"/>
          </a:xfrm>
          <a:prstGeom prst="line">
            <a:avLst/>
          </a:prstGeom>
          <a:ln w="18000">
            <a:solidFill>
              <a:srgbClr val="fff5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"/>
          <p:cNvSpPr/>
          <p:nvPr/>
        </p:nvSpPr>
        <p:spPr>
          <a:xfrm>
            <a:off x="1263600" y="1672200"/>
            <a:ext cx="2210040" cy="2160720"/>
          </a:xfrm>
          <a:prstGeom prst="ellipse">
            <a:avLst/>
          </a:prstGeom>
          <a:solidFill>
            <a:srgbClr val="ffff00"/>
          </a:soli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"/>
          <p:cNvSpPr/>
          <p:nvPr/>
        </p:nvSpPr>
        <p:spPr>
          <a:xfrm>
            <a:off x="1877400" y="2286000"/>
            <a:ext cx="945000" cy="909000"/>
          </a:xfrm>
          <a:prstGeom prst="ellipse">
            <a:avLst/>
          </a:prstGeom>
          <a:solidFill>
            <a:srgbClr val="ffbf00"/>
          </a:solidFill>
          <a:ln w="18000">
            <a:solidFill>
              <a:srgbClr val="ffb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"/>
          <p:cNvSpPr/>
          <p:nvPr/>
        </p:nvSpPr>
        <p:spPr>
          <a:xfrm>
            <a:off x="2021400" y="2406960"/>
            <a:ext cx="680400" cy="68040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"/>
          <p:cNvSpPr/>
          <p:nvPr/>
        </p:nvSpPr>
        <p:spPr>
          <a:xfrm>
            <a:off x="1613880" y="2057400"/>
            <a:ext cx="1473480" cy="1378800"/>
          </a:xfrm>
          <a:prstGeom prst="ellipse">
            <a:avLst/>
          </a:prstGeom>
          <a:gradFill rotWithShape="0">
            <a:gsLst>
              <a:gs pos="0">
                <a:srgbClr val="ffff00">
                  <a:alpha val="0"/>
                </a:srgbClr>
              </a:gs>
              <a:gs pos="100000">
                <a:srgbClr val="ff4000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"/>
          <p:cNvSpPr/>
          <p:nvPr/>
        </p:nvSpPr>
        <p:spPr>
          <a:xfrm flipH="1" flipV="1">
            <a:off x="3477600" y="2971800"/>
            <a:ext cx="4066200" cy="45720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919F4E61-3747-4782-87E1-9A9FCE71B63C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" descr=""/>
          <p:cNvPicPr/>
          <p:nvPr/>
        </p:nvPicPr>
        <p:blipFill>
          <a:blip r:embed="rId1"/>
          <a:stretch/>
        </p:blipFill>
        <p:spPr>
          <a:xfrm>
            <a:off x="5174640" y="2473200"/>
            <a:ext cx="4359600" cy="23047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2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Pulsation of Cepheid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"/>
          <p:cNvSpPr/>
          <p:nvPr/>
        </p:nvSpPr>
        <p:spPr>
          <a:xfrm>
            <a:off x="421200" y="842400"/>
            <a:ext cx="3916800" cy="3807000"/>
          </a:xfrm>
          <a:prstGeom prst="ellipse">
            <a:avLst/>
          </a:prstGeom>
          <a:solidFill>
            <a:srgbClr val="ffffd7"/>
          </a:soli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"/>
          <p:cNvSpPr/>
          <p:nvPr/>
        </p:nvSpPr>
        <p:spPr>
          <a:xfrm>
            <a:off x="2358000" y="914400"/>
            <a:ext cx="360" cy="38862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"/>
          <p:cNvSpPr/>
          <p:nvPr/>
        </p:nvSpPr>
        <p:spPr>
          <a:xfrm>
            <a:off x="349200" y="2743200"/>
            <a:ext cx="9023400" cy="36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"/>
          <p:cNvSpPr/>
          <p:nvPr/>
        </p:nvSpPr>
        <p:spPr>
          <a:xfrm>
            <a:off x="2021400" y="2406600"/>
            <a:ext cx="680400" cy="68040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"/>
          <p:cNvSpPr/>
          <p:nvPr/>
        </p:nvSpPr>
        <p:spPr>
          <a:xfrm>
            <a:off x="901800" y="1323000"/>
            <a:ext cx="2930760" cy="2869200"/>
          </a:xfrm>
          <a:prstGeom prst="ellipse">
            <a:avLst/>
          </a:prstGeom>
          <a:gradFill rotWithShape="0">
            <a:gsLst>
              <a:gs pos="0">
                <a:srgbClr val="ffff00">
                  <a:alpha val="0"/>
                </a:srgbClr>
              </a:gs>
              <a:gs pos="100000">
                <a:srgbClr val="ff4000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0232533-6458-4A22-BCCF-BC3039C0CEDA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Pulsation of Cepheid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"/>
          <p:cNvSpPr/>
          <p:nvPr/>
        </p:nvSpPr>
        <p:spPr>
          <a:xfrm>
            <a:off x="457200" y="901800"/>
            <a:ext cx="3808800" cy="3675600"/>
          </a:xfrm>
          <a:prstGeom prst="ellipse">
            <a:avLst/>
          </a:prstGeom>
          <a:solidFill>
            <a:srgbClr val="ffffd7"/>
          </a:soli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"/>
          <p:cNvSpPr/>
          <p:nvPr/>
        </p:nvSpPr>
        <p:spPr>
          <a:xfrm>
            <a:off x="2358000" y="914400"/>
            <a:ext cx="360" cy="38862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7" name="" descr=""/>
          <p:cNvPicPr/>
          <p:nvPr/>
        </p:nvPicPr>
        <p:blipFill>
          <a:blip r:embed="rId1"/>
          <a:stretch/>
        </p:blipFill>
        <p:spPr>
          <a:xfrm>
            <a:off x="5174640" y="2113200"/>
            <a:ext cx="4359600" cy="23047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38" name=""/>
          <p:cNvSpPr/>
          <p:nvPr/>
        </p:nvSpPr>
        <p:spPr>
          <a:xfrm>
            <a:off x="349200" y="2743200"/>
            <a:ext cx="9023400" cy="36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"/>
          <p:cNvSpPr/>
          <p:nvPr/>
        </p:nvSpPr>
        <p:spPr>
          <a:xfrm>
            <a:off x="2021400" y="2406600"/>
            <a:ext cx="680400" cy="68040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"/>
          <p:cNvSpPr/>
          <p:nvPr/>
        </p:nvSpPr>
        <p:spPr>
          <a:xfrm>
            <a:off x="986400" y="1443600"/>
            <a:ext cx="2702160" cy="2640600"/>
          </a:xfrm>
          <a:prstGeom prst="ellipse">
            <a:avLst/>
          </a:prstGeom>
          <a:gradFill rotWithShape="0">
            <a:gsLst>
              <a:gs pos="0">
                <a:srgbClr val="ffff00">
                  <a:alpha val="0"/>
                </a:srgbClr>
              </a:gs>
              <a:gs pos="100000">
                <a:srgbClr val="ff4000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F4D20146-0E9F-4325-99FC-0EEB44E60F5F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" descr=""/>
          <p:cNvPicPr/>
          <p:nvPr/>
        </p:nvPicPr>
        <p:blipFill>
          <a:blip r:embed="rId1"/>
          <a:stretch/>
        </p:blipFill>
        <p:spPr>
          <a:xfrm>
            <a:off x="5174640" y="1717200"/>
            <a:ext cx="4359600" cy="23047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4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Pulsation of Cepheid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"/>
          <p:cNvSpPr/>
          <p:nvPr/>
        </p:nvSpPr>
        <p:spPr>
          <a:xfrm>
            <a:off x="628200" y="1130400"/>
            <a:ext cx="3457800" cy="3231000"/>
          </a:xfrm>
          <a:prstGeom prst="ellipse">
            <a:avLst/>
          </a:prstGeom>
          <a:solidFill>
            <a:srgbClr val="ffffd7"/>
          </a:soli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"/>
          <p:cNvSpPr/>
          <p:nvPr/>
        </p:nvSpPr>
        <p:spPr>
          <a:xfrm>
            <a:off x="2358000" y="914400"/>
            <a:ext cx="360" cy="38862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"/>
          <p:cNvSpPr/>
          <p:nvPr/>
        </p:nvSpPr>
        <p:spPr>
          <a:xfrm>
            <a:off x="349200" y="2743200"/>
            <a:ext cx="9023400" cy="36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"/>
          <p:cNvSpPr/>
          <p:nvPr/>
        </p:nvSpPr>
        <p:spPr>
          <a:xfrm>
            <a:off x="2021400" y="2406600"/>
            <a:ext cx="680400" cy="68040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"/>
          <p:cNvSpPr/>
          <p:nvPr/>
        </p:nvSpPr>
        <p:spPr>
          <a:xfrm>
            <a:off x="1110240" y="1479600"/>
            <a:ext cx="2506320" cy="2532600"/>
          </a:xfrm>
          <a:prstGeom prst="ellipse">
            <a:avLst/>
          </a:prstGeom>
          <a:gradFill rotWithShape="0">
            <a:gsLst>
              <a:gs pos="0">
                <a:srgbClr val="ffff00">
                  <a:alpha val="0"/>
                </a:srgbClr>
              </a:gs>
              <a:gs pos="100000">
                <a:srgbClr val="ff4000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D411D1D9-F4F9-4CAC-B833-CA1C7C4FEAE3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8" name="" descr=""/>
          <p:cNvPicPr/>
          <p:nvPr/>
        </p:nvPicPr>
        <p:blipFill>
          <a:blip r:embed="rId1"/>
          <a:stretch/>
        </p:blipFill>
        <p:spPr>
          <a:xfrm>
            <a:off x="5174640" y="1537200"/>
            <a:ext cx="4359600" cy="23047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4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"/>
          <p:cNvSpPr/>
          <p:nvPr/>
        </p:nvSpPr>
        <p:spPr>
          <a:xfrm>
            <a:off x="880200" y="1359000"/>
            <a:ext cx="2977200" cy="2786400"/>
          </a:xfrm>
          <a:prstGeom prst="ellipse">
            <a:avLst/>
          </a:prstGeom>
          <a:solidFill>
            <a:srgbClr val="ffffd7"/>
          </a:soli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1" name=""/>
          <p:cNvSpPr/>
          <p:nvPr/>
        </p:nvSpPr>
        <p:spPr>
          <a:xfrm>
            <a:off x="2358000" y="914400"/>
            <a:ext cx="360" cy="38862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"/>
          <p:cNvSpPr/>
          <p:nvPr/>
        </p:nvSpPr>
        <p:spPr>
          <a:xfrm>
            <a:off x="349200" y="2743200"/>
            <a:ext cx="9023400" cy="36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"/>
          <p:cNvSpPr/>
          <p:nvPr/>
        </p:nvSpPr>
        <p:spPr>
          <a:xfrm>
            <a:off x="1877400" y="2286000"/>
            <a:ext cx="945000" cy="909000"/>
          </a:xfrm>
          <a:prstGeom prst="ellipse">
            <a:avLst/>
          </a:prstGeom>
          <a:solidFill>
            <a:srgbClr val="ffbf00"/>
          </a:solidFill>
          <a:ln w="18000">
            <a:solidFill>
              <a:srgbClr val="ffb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"/>
          <p:cNvSpPr/>
          <p:nvPr/>
        </p:nvSpPr>
        <p:spPr>
          <a:xfrm>
            <a:off x="2021400" y="2406600"/>
            <a:ext cx="680400" cy="68040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"/>
          <p:cNvSpPr/>
          <p:nvPr/>
        </p:nvSpPr>
        <p:spPr>
          <a:xfrm>
            <a:off x="1254240" y="1587600"/>
            <a:ext cx="2290320" cy="2352600"/>
          </a:xfrm>
          <a:prstGeom prst="ellipse">
            <a:avLst/>
          </a:prstGeom>
          <a:gradFill rotWithShape="0">
            <a:gsLst>
              <a:gs pos="0">
                <a:srgbClr val="ffff00">
                  <a:alpha val="0"/>
                </a:srgbClr>
              </a:gs>
              <a:gs pos="100000">
                <a:srgbClr val="ff4000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PlaceHolder 2"/>
          <p:cNvSpPr>
            <a:spLocks noGrp="1"/>
          </p:cNvSpPr>
          <p:nvPr>
            <p:ph type="title"/>
          </p:nvPr>
        </p:nvSpPr>
        <p:spPr>
          <a:xfrm>
            <a:off x="360000" y="18828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Pulsation of Cepheid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23B873E-8FF1-4C6A-9AC4-898E9023E210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"/>
          <p:cNvSpPr/>
          <p:nvPr/>
        </p:nvSpPr>
        <p:spPr>
          <a:xfrm>
            <a:off x="1132200" y="1587600"/>
            <a:ext cx="2460600" cy="2341800"/>
          </a:xfrm>
          <a:prstGeom prst="ellipse">
            <a:avLst/>
          </a:prstGeom>
          <a:solidFill>
            <a:srgbClr val="ffffd7"/>
          </a:soli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"/>
          <p:cNvSpPr/>
          <p:nvPr/>
        </p:nvSpPr>
        <p:spPr>
          <a:xfrm>
            <a:off x="2358000" y="914400"/>
            <a:ext cx="360" cy="38862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9" name="" descr=""/>
          <p:cNvPicPr/>
          <p:nvPr/>
        </p:nvPicPr>
        <p:blipFill>
          <a:blip r:embed="rId1"/>
          <a:stretch/>
        </p:blipFill>
        <p:spPr>
          <a:xfrm>
            <a:off x="5174640" y="1213200"/>
            <a:ext cx="4359600" cy="23047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60" name=""/>
          <p:cNvSpPr/>
          <p:nvPr/>
        </p:nvSpPr>
        <p:spPr>
          <a:xfrm>
            <a:off x="349200" y="2743200"/>
            <a:ext cx="9023400" cy="36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"/>
          <p:cNvSpPr/>
          <p:nvPr/>
        </p:nvSpPr>
        <p:spPr>
          <a:xfrm>
            <a:off x="1877400" y="2286000"/>
            <a:ext cx="945000" cy="909000"/>
          </a:xfrm>
          <a:prstGeom prst="ellipse">
            <a:avLst/>
          </a:prstGeom>
          <a:solidFill>
            <a:srgbClr val="ffbf00"/>
          </a:solidFill>
          <a:ln w="18000">
            <a:solidFill>
              <a:srgbClr val="ffb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"/>
          <p:cNvSpPr/>
          <p:nvPr/>
        </p:nvSpPr>
        <p:spPr>
          <a:xfrm>
            <a:off x="2021400" y="2406600"/>
            <a:ext cx="680400" cy="68040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"/>
          <p:cNvSpPr/>
          <p:nvPr/>
        </p:nvSpPr>
        <p:spPr>
          <a:xfrm>
            <a:off x="1397880" y="1744200"/>
            <a:ext cx="1954080" cy="1980000"/>
          </a:xfrm>
          <a:prstGeom prst="ellipse">
            <a:avLst/>
          </a:prstGeom>
          <a:gradFill rotWithShape="0">
            <a:gsLst>
              <a:gs pos="0">
                <a:srgbClr val="ffff00">
                  <a:alpha val="0"/>
                </a:srgbClr>
              </a:gs>
              <a:gs pos="100000">
                <a:srgbClr val="ff4000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PlaceHolder 1"/>
          <p:cNvSpPr>
            <a:spLocks noGrp="1"/>
          </p:cNvSpPr>
          <p:nvPr>
            <p:ph type="title"/>
          </p:nvPr>
        </p:nvSpPr>
        <p:spPr>
          <a:xfrm>
            <a:off x="360000" y="18828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Pulsation of Cepheid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FE60680-219B-4EAF-A244-377020D1DACA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" descr=""/>
          <p:cNvPicPr/>
          <p:nvPr/>
        </p:nvPicPr>
        <p:blipFill>
          <a:blip r:embed="rId1"/>
          <a:stretch/>
        </p:blipFill>
        <p:spPr>
          <a:xfrm>
            <a:off x="4561920" y="493200"/>
            <a:ext cx="4972320" cy="26287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66" name=""/>
          <p:cNvSpPr/>
          <p:nvPr/>
        </p:nvSpPr>
        <p:spPr>
          <a:xfrm>
            <a:off x="1420200" y="1780200"/>
            <a:ext cx="1859400" cy="1933200"/>
          </a:xfrm>
          <a:prstGeom prst="ellipse">
            <a:avLst/>
          </a:prstGeom>
          <a:solidFill>
            <a:srgbClr val="ffffd7"/>
          </a:soli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"/>
          <p:cNvSpPr/>
          <p:nvPr/>
        </p:nvSpPr>
        <p:spPr>
          <a:xfrm>
            <a:off x="2358000" y="914400"/>
            <a:ext cx="360" cy="38862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"/>
          <p:cNvSpPr/>
          <p:nvPr/>
        </p:nvSpPr>
        <p:spPr>
          <a:xfrm>
            <a:off x="349200" y="2743200"/>
            <a:ext cx="9023400" cy="36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"/>
          <p:cNvSpPr/>
          <p:nvPr/>
        </p:nvSpPr>
        <p:spPr>
          <a:xfrm>
            <a:off x="1877400" y="2286000"/>
            <a:ext cx="945000" cy="909000"/>
          </a:xfrm>
          <a:prstGeom prst="ellipse">
            <a:avLst/>
          </a:prstGeom>
          <a:solidFill>
            <a:srgbClr val="ffbf00"/>
          </a:solidFill>
          <a:ln w="18000">
            <a:solidFill>
              <a:srgbClr val="ffb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"/>
          <p:cNvSpPr/>
          <p:nvPr/>
        </p:nvSpPr>
        <p:spPr>
          <a:xfrm>
            <a:off x="2021400" y="2406600"/>
            <a:ext cx="680400" cy="68040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"/>
          <p:cNvSpPr/>
          <p:nvPr/>
        </p:nvSpPr>
        <p:spPr>
          <a:xfrm>
            <a:off x="1505880" y="1864800"/>
            <a:ext cx="1737720" cy="1715400"/>
          </a:xfrm>
          <a:prstGeom prst="ellipse">
            <a:avLst/>
          </a:prstGeom>
          <a:gradFill rotWithShape="0">
            <a:gsLst>
              <a:gs pos="0">
                <a:srgbClr val="ffff00">
                  <a:alpha val="0"/>
                </a:srgbClr>
              </a:gs>
              <a:gs pos="100000">
                <a:srgbClr val="ff4000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PlaceHolder 1"/>
          <p:cNvSpPr>
            <a:spLocks noGrp="1"/>
          </p:cNvSpPr>
          <p:nvPr>
            <p:ph type="title"/>
          </p:nvPr>
        </p:nvSpPr>
        <p:spPr>
          <a:xfrm>
            <a:off x="360000" y="18828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Pulsation of Cepheid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4A56C2B7-A5CF-4DE6-9B96-7747761CCC40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3" name="" descr=""/>
          <p:cNvPicPr/>
          <p:nvPr/>
        </p:nvPicPr>
        <p:blipFill>
          <a:blip r:embed="rId1"/>
          <a:stretch/>
        </p:blipFill>
        <p:spPr>
          <a:xfrm>
            <a:off x="5174640" y="1717200"/>
            <a:ext cx="4359600" cy="23047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7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Pulsation of Cepheid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5" name="" descr=""/>
          <p:cNvPicPr/>
          <p:nvPr/>
        </p:nvPicPr>
        <p:blipFill>
          <a:blip r:embed="rId2"/>
          <a:stretch/>
        </p:blipFill>
        <p:spPr>
          <a:xfrm>
            <a:off x="450360" y="908640"/>
            <a:ext cx="4027680" cy="38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75A4490-CD8A-4479-B99A-E9B6E56EF6D3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" descr=""/>
          <p:cNvPicPr/>
          <p:nvPr/>
        </p:nvPicPr>
        <p:blipFill>
          <a:blip r:embed="rId1"/>
          <a:stretch/>
        </p:blipFill>
        <p:spPr>
          <a:xfrm>
            <a:off x="5174640" y="1717200"/>
            <a:ext cx="4359600" cy="23047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7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Pulsation of Cepheid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"/>
          <p:cNvSpPr/>
          <p:nvPr/>
        </p:nvSpPr>
        <p:spPr>
          <a:xfrm>
            <a:off x="628200" y="1130400"/>
            <a:ext cx="3457800" cy="3231000"/>
          </a:xfrm>
          <a:prstGeom prst="ellipse">
            <a:avLst/>
          </a:prstGeom>
          <a:solidFill>
            <a:srgbClr val="ffffd7"/>
          </a:soli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"/>
          <p:cNvSpPr/>
          <p:nvPr/>
        </p:nvSpPr>
        <p:spPr>
          <a:xfrm>
            <a:off x="2358000" y="914400"/>
            <a:ext cx="360" cy="3886200"/>
          </a:xfrm>
          <a:prstGeom prst="line">
            <a:avLst/>
          </a:prstGeom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"/>
          <p:cNvSpPr/>
          <p:nvPr/>
        </p:nvSpPr>
        <p:spPr>
          <a:xfrm>
            <a:off x="2021400" y="2406600"/>
            <a:ext cx="680400" cy="680400"/>
          </a:xfrm>
          <a:prstGeom prst="ellipse">
            <a:avLst/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"/>
          <p:cNvSpPr/>
          <p:nvPr/>
        </p:nvSpPr>
        <p:spPr>
          <a:xfrm>
            <a:off x="1110240" y="1479600"/>
            <a:ext cx="2506320" cy="2532600"/>
          </a:xfrm>
          <a:prstGeom prst="ellipse">
            <a:avLst/>
          </a:prstGeom>
          <a:gradFill rotWithShape="0">
            <a:gsLst>
              <a:gs pos="0">
                <a:srgbClr val="ffff00">
                  <a:alpha val="0"/>
                </a:srgbClr>
              </a:gs>
              <a:gs pos="100000">
                <a:srgbClr val="ff4000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5466E21-F7F6-476A-B349-0E2E5655B3C5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Cepheid Sample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"/>
          <p:cNvSpPr/>
          <p:nvPr/>
        </p:nvSpPr>
        <p:spPr>
          <a:xfrm>
            <a:off x="2874600" y="3598200"/>
            <a:ext cx="2739240" cy="1139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MW - 150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"/>
          <p:cNvSpPr/>
          <p:nvPr/>
        </p:nvSpPr>
        <p:spPr>
          <a:xfrm>
            <a:off x="5429160" y="3764880"/>
            <a:ext cx="1799280" cy="8611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OT - 21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5" name="" descr=""/>
          <p:cNvPicPr/>
          <p:nvPr/>
        </p:nvPicPr>
        <p:blipFill>
          <a:blip r:embed="rId1"/>
          <a:stretch/>
        </p:blipFill>
        <p:spPr>
          <a:xfrm>
            <a:off x="12240" y="741240"/>
            <a:ext cx="5005080" cy="32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6" name="" descr=""/>
          <p:cNvPicPr/>
          <p:nvPr/>
        </p:nvPicPr>
        <p:blipFill>
          <a:blip r:embed="rId2"/>
          <a:stretch/>
        </p:blipFill>
        <p:spPr>
          <a:xfrm>
            <a:off x="5016240" y="741240"/>
            <a:ext cx="5005080" cy="32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148992F9-5EAD-46C7-B443-8D3B8129911C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Distance Determination of Galactic Cepheid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PlaceHolder 2"/>
          <p:cNvSpPr>
            <a:spLocks noGrp="1"/>
          </p:cNvSpPr>
          <p:nvPr>
            <p:ph/>
          </p:nvPr>
        </p:nvSpPr>
        <p:spPr>
          <a:xfrm>
            <a:off x="5472000" y="1080000"/>
            <a:ext cx="306504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Parallax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PlaceHolder 3"/>
          <p:cNvSpPr>
            <a:spLocks noGrp="1"/>
          </p:cNvSpPr>
          <p:nvPr>
            <p:ph/>
          </p:nvPr>
        </p:nvSpPr>
        <p:spPr>
          <a:xfrm>
            <a:off x="247320" y="1067040"/>
            <a:ext cx="3330720" cy="359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IRSB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0" name="" descr=""/>
          <p:cNvPicPr/>
          <p:nvPr/>
        </p:nvPicPr>
        <p:blipFill>
          <a:blip r:embed="rId1"/>
          <a:stretch/>
        </p:blipFill>
        <p:spPr>
          <a:xfrm>
            <a:off x="6109200" y="1600200"/>
            <a:ext cx="3799440" cy="332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E0C10659-7FAE-4232-95EF-7667B1F3119F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"/>
          <p:cNvSpPr/>
          <p:nvPr/>
        </p:nvSpPr>
        <p:spPr>
          <a:xfrm flipV="1">
            <a:off x="990360" y="2203560"/>
            <a:ext cx="7239240" cy="539640"/>
          </a:xfrm>
          <a:prstGeom prst="line">
            <a:avLst/>
          </a:prstGeom>
          <a:ln cap="rnd" w="0">
            <a:solidFill>
              <a:srgbClr val="5983b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"/>
          <p:cNvSpPr/>
          <p:nvPr/>
        </p:nvSpPr>
        <p:spPr>
          <a:xfrm>
            <a:off x="990360" y="2743200"/>
            <a:ext cx="7303680" cy="590040"/>
          </a:xfrm>
          <a:prstGeom prst="line">
            <a:avLst/>
          </a:prstGeom>
          <a:ln cap="rnd" w="0">
            <a:solidFill>
              <a:srgbClr val="5983b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3" name=""/>
          <p:cNvGrpSpPr/>
          <p:nvPr/>
        </p:nvGrpSpPr>
        <p:grpSpPr>
          <a:xfrm>
            <a:off x="7491600" y="1864800"/>
            <a:ext cx="1753200" cy="1645200"/>
            <a:chOff x="7491600" y="1864800"/>
            <a:chExt cx="1753200" cy="1645200"/>
          </a:xfrm>
        </p:grpSpPr>
        <p:sp>
          <p:nvSpPr>
            <p:cNvPr id="1194" name=""/>
            <p:cNvSpPr/>
            <p:nvPr/>
          </p:nvSpPr>
          <p:spPr>
            <a:xfrm>
              <a:off x="8749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"/>
            <p:cNvSpPr/>
            <p:nvPr/>
          </p:nvSpPr>
          <p:spPr>
            <a:xfrm>
              <a:off x="8717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6" name=""/>
            <p:cNvSpPr/>
            <p:nvPr/>
          </p:nvSpPr>
          <p:spPr>
            <a:xfrm>
              <a:off x="8655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7" name=""/>
            <p:cNvSpPr/>
            <p:nvPr/>
          </p:nvSpPr>
          <p:spPr>
            <a:xfrm flipV="1">
              <a:off x="8717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8" name=""/>
            <p:cNvSpPr/>
            <p:nvPr/>
          </p:nvSpPr>
          <p:spPr>
            <a:xfrm flipV="1">
              <a:off x="8634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9" name=""/>
            <p:cNvSpPr/>
            <p:nvPr/>
          </p:nvSpPr>
          <p:spPr>
            <a:xfrm flipV="1">
              <a:off x="8421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0" name=""/>
            <p:cNvSpPr/>
            <p:nvPr/>
          </p:nvSpPr>
          <p:spPr>
            <a:xfrm flipH="1" flipV="1">
              <a:off x="8154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"/>
            <p:cNvSpPr/>
            <p:nvPr/>
          </p:nvSpPr>
          <p:spPr>
            <a:xfrm flipV="1">
              <a:off x="8550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"/>
            <p:cNvSpPr/>
            <p:nvPr/>
          </p:nvSpPr>
          <p:spPr>
            <a:xfrm>
              <a:off x="8530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3" name=""/>
            <p:cNvSpPr/>
            <p:nvPr/>
          </p:nvSpPr>
          <p:spPr>
            <a:xfrm flipH="1">
              <a:off x="8253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4" name=""/>
            <p:cNvSpPr/>
            <p:nvPr/>
          </p:nvSpPr>
          <p:spPr>
            <a:xfrm flipH="1">
              <a:off x="7872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5" name=""/>
            <p:cNvSpPr/>
            <p:nvPr/>
          </p:nvSpPr>
          <p:spPr>
            <a:xfrm flipH="1">
              <a:off x="7658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6" name=""/>
            <p:cNvSpPr/>
            <p:nvPr/>
          </p:nvSpPr>
          <p:spPr>
            <a:xfrm flipH="1">
              <a:off x="7543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" name=""/>
            <p:cNvSpPr/>
            <p:nvPr/>
          </p:nvSpPr>
          <p:spPr>
            <a:xfrm flipH="1" flipV="1">
              <a:off x="7575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" name=""/>
            <p:cNvSpPr/>
            <p:nvPr/>
          </p:nvSpPr>
          <p:spPr>
            <a:xfrm flipH="1" flipV="1">
              <a:off x="7857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" name=""/>
            <p:cNvSpPr/>
            <p:nvPr/>
          </p:nvSpPr>
          <p:spPr>
            <a:xfrm flipH="1" flipV="1">
              <a:off x="7491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0" name=""/>
            <p:cNvSpPr/>
            <p:nvPr/>
          </p:nvSpPr>
          <p:spPr>
            <a:xfrm>
              <a:off x="798696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" name=""/>
            <p:cNvSpPr/>
            <p:nvPr/>
          </p:nvSpPr>
          <p:spPr>
            <a:xfrm>
              <a:off x="7805880" y="2190600"/>
              <a:ext cx="1137600" cy="113760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2" name=""/>
          <p:cNvSpPr/>
          <p:nvPr/>
        </p:nvSpPr>
        <p:spPr>
          <a:xfrm>
            <a:off x="990360" y="1843920"/>
            <a:ext cx="360" cy="899280"/>
          </a:xfrm>
          <a:prstGeom prst="line">
            <a:avLst/>
          </a:prstGeom>
          <a:ln w="18000">
            <a:solidFill>
              <a:srgbClr val="729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"/>
          <p:cNvSpPr/>
          <p:nvPr/>
        </p:nvSpPr>
        <p:spPr>
          <a:xfrm>
            <a:off x="8370360" y="1843920"/>
            <a:ext cx="360" cy="899280"/>
          </a:xfrm>
          <a:prstGeom prst="line">
            <a:avLst/>
          </a:prstGeom>
          <a:ln w="18000">
            <a:solidFill>
              <a:srgbClr val="729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"/>
          <p:cNvSpPr/>
          <p:nvPr/>
        </p:nvSpPr>
        <p:spPr>
          <a:xfrm flipV="1">
            <a:off x="990720" y="2629800"/>
            <a:ext cx="6781680" cy="113760"/>
          </a:xfrm>
          <a:prstGeom prst="line">
            <a:avLst/>
          </a:prstGeom>
          <a:ln cap="rnd" w="0">
            <a:solidFill>
              <a:srgbClr val="5983b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"/>
          <p:cNvSpPr/>
          <p:nvPr/>
        </p:nvSpPr>
        <p:spPr>
          <a:xfrm>
            <a:off x="990720" y="2743560"/>
            <a:ext cx="6881760" cy="267840"/>
          </a:xfrm>
          <a:prstGeom prst="line">
            <a:avLst/>
          </a:prstGeom>
          <a:ln cap="rnd" w="0">
            <a:solidFill>
              <a:srgbClr val="5983b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"/>
          <p:cNvSpPr/>
          <p:nvPr/>
        </p:nvSpPr>
        <p:spPr>
          <a:xfrm flipV="1">
            <a:off x="983880" y="1799640"/>
            <a:ext cx="7398000" cy="360"/>
          </a:xfrm>
          <a:custGeom>
            <a:avLst/>
            <a:gdLst>
              <a:gd name="textAreaLeft" fmla="*/ 0 w 7398000"/>
              <a:gd name="textAreaRight" fmla="*/ 7398360 w 7398000"/>
              <a:gd name="textAreaTop" fmla="*/ -360 h 360"/>
              <a:gd name="textAreaBottom" fmla="*/ 36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7" name="" descr=""/>
          <p:cNvPicPr/>
          <p:nvPr/>
        </p:nvPicPr>
        <p:blipFill>
          <a:blip r:embed="rId1"/>
          <a:stretch/>
        </p:blipFill>
        <p:spPr>
          <a:xfrm rot="21590400">
            <a:off x="757080" y="2514600"/>
            <a:ext cx="386640" cy="3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8" name="PlaceHolder 9"/>
          <p:cNvSpPr/>
          <p:nvPr/>
        </p:nvSpPr>
        <p:spPr>
          <a:xfrm>
            <a:off x="360000" y="197280"/>
            <a:ext cx="935460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300" strike="noStrike" u="none">
                <a:solidFill>
                  <a:srgbClr val="ff8000"/>
                </a:solidFill>
                <a:effectLst/>
                <a:uFillTx/>
                <a:latin typeface="Arial"/>
                <a:ea typeface="DejaVu Sans"/>
              </a:rPr>
              <a:t>Luminosity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"/>
          <p:cNvSpPr/>
          <p:nvPr/>
        </p:nvSpPr>
        <p:spPr>
          <a:xfrm>
            <a:off x="7867800" y="3934800"/>
            <a:ext cx="11142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 = σ AT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905C5ECF-B2AC-48CD-AE1C-09D9253E2F1D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0" name="" descr=""/>
          <p:cNvPicPr/>
          <p:nvPr/>
        </p:nvPicPr>
        <p:blipFill>
          <a:blip r:embed="rId1"/>
          <a:stretch/>
        </p:blipFill>
        <p:spPr>
          <a:xfrm>
            <a:off x="36000" y="2836440"/>
            <a:ext cx="4762080" cy="269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1" name="" descr=""/>
          <p:cNvPicPr/>
          <p:nvPr/>
        </p:nvPicPr>
        <p:blipFill>
          <a:blip r:embed="rId2"/>
          <a:stretch/>
        </p:blipFill>
        <p:spPr>
          <a:xfrm>
            <a:off x="5023800" y="3642120"/>
            <a:ext cx="2967840" cy="88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c9211e"/>
                </a:solidFill>
                <a:effectLst/>
                <a:uFillTx/>
                <a:latin typeface="Arial"/>
              </a:rPr>
              <a:t>Distance - Luminosity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" name=""/>
          <p:cNvSpPr/>
          <p:nvPr/>
        </p:nvSpPr>
        <p:spPr>
          <a:xfrm>
            <a:off x="871200" y="1101600"/>
            <a:ext cx="4381560" cy="59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Distance modulus (magnitude)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"/>
          <p:cNvSpPr/>
          <p:nvPr/>
        </p:nvSpPr>
        <p:spPr>
          <a:xfrm flipV="1">
            <a:off x="990360" y="2203560"/>
            <a:ext cx="7239240" cy="539640"/>
          </a:xfrm>
          <a:prstGeom prst="line">
            <a:avLst/>
          </a:prstGeom>
          <a:ln cap="rnd" w="0">
            <a:solidFill>
              <a:srgbClr val="5983b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"/>
          <p:cNvSpPr/>
          <p:nvPr/>
        </p:nvSpPr>
        <p:spPr>
          <a:xfrm>
            <a:off x="990360" y="2743200"/>
            <a:ext cx="7303680" cy="590040"/>
          </a:xfrm>
          <a:prstGeom prst="line">
            <a:avLst/>
          </a:prstGeom>
          <a:ln cap="rnd" w="0">
            <a:solidFill>
              <a:srgbClr val="5983b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"/>
          <p:cNvSpPr/>
          <p:nvPr/>
        </p:nvSpPr>
        <p:spPr>
          <a:xfrm>
            <a:off x="871200" y="813600"/>
            <a:ext cx="27813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Distance (parsec)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"/>
          <p:cNvSpPr/>
          <p:nvPr/>
        </p:nvSpPr>
        <p:spPr>
          <a:xfrm>
            <a:off x="5047200" y="813600"/>
            <a:ext cx="13489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pc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"/>
          <p:cNvSpPr/>
          <p:nvPr/>
        </p:nvSpPr>
        <p:spPr>
          <a:xfrm>
            <a:off x="8251200" y="813600"/>
            <a:ext cx="646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pc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29" name=""/>
          <p:cNvGrpSpPr/>
          <p:nvPr/>
        </p:nvGrpSpPr>
        <p:grpSpPr>
          <a:xfrm>
            <a:off x="7491600" y="1864800"/>
            <a:ext cx="1753200" cy="1645200"/>
            <a:chOff x="7491600" y="1864800"/>
            <a:chExt cx="1753200" cy="1645200"/>
          </a:xfrm>
        </p:grpSpPr>
        <p:sp>
          <p:nvSpPr>
            <p:cNvPr id="1230" name=""/>
            <p:cNvSpPr/>
            <p:nvPr/>
          </p:nvSpPr>
          <p:spPr>
            <a:xfrm>
              <a:off x="8749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1" name=""/>
            <p:cNvSpPr/>
            <p:nvPr/>
          </p:nvSpPr>
          <p:spPr>
            <a:xfrm>
              <a:off x="8717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2" name=""/>
            <p:cNvSpPr/>
            <p:nvPr/>
          </p:nvSpPr>
          <p:spPr>
            <a:xfrm>
              <a:off x="8655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3" name=""/>
            <p:cNvSpPr/>
            <p:nvPr/>
          </p:nvSpPr>
          <p:spPr>
            <a:xfrm flipV="1">
              <a:off x="8717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4" name=""/>
            <p:cNvSpPr/>
            <p:nvPr/>
          </p:nvSpPr>
          <p:spPr>
            <a:xfrm flipV="1">
              <a:off x="8634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5" name=""/>
            <p:cNvSpPr/>
            <p:nvPr/>
          </p:nvSpPr>
          <p:spPr>
            <a:xfrm flipV="1">
              <a:off x="8421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6" name=""/>
            <p:cNvSpPr/>
            <p:nvPr/>
          </p:nvSpPr>
          <p:spPr>
            <a:xfrm flipH="1" flipV="1">
              <a:off x="8154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7" name=""/>
            <p:cNvSpPr/>
            <p:nvPr/>
          </p:nvSpPr>
          <p:spPr>
            <a:xfrm flipV="1">
              <a:off x="8550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8" name=""/>
            <p:cNvSpPr/>
            <p:nvPr/>
          </p:nvSpPr>
          <p:spPr>
            <a:xfrm>
              <a:off x="8530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9" name=""/>
            <p:cNvSpPr/>
            <p:nvPr/>
          </p:nvSpPr>
          <p:spPr>
            <a:xfrm flipH="1">
              <a:off x="8253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"/>
            <p:cNvSpPr/>
            <p:nvPr/>
          </p:nvSpPr>
          <p:spPr>
            <a:xfrm flipH="1">
              <a:off x="7872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"/>
            <p:cNvSpPr/>
            <p:nvPr/>
          </p:nvSpPr>
          <p:spPr>
            <a:xfrm flipH="1">
              <a:off x="7658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2" name=""/>
            <p:cNvSpPr/>
            <p:nvPr/>
          </p:nvSpPr>
          <p:spPr>
            <a:xfrm flipH="1">
              <a:off x="7543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3" name=""/>
            <p:cNvSpPr/>
            <p:nvPr/>
          </p:nvSpPr>
          <p:spPr>
            <a:xfrm flipH="1" flipV="1">
              <a:off x="7575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"/>
            <p:cNvSpPr/>
            <p:nvPr/>
          </p:nvSpPr>
          <p:spPr>
            <a:xfrm flipH="1" flipV="1">
              <a:off x="7857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"/>
            <p:cNvSpPr/>
            <p:nvPr/>
          </p:nvSpPr>
          <p:spPr>
            <a:xfrm flipH="1" flipV="1">
              <a:off x="7491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6" name=""/>
            <p:cNvSpPr/>
            <p:nvPr/>
          </p:nvSpPr>
          <p:spPr>
            <a:xfrm>
              <a:off x="798696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7" name=""/>
            <p:cNvSpPr/>
            <p:nvPr/>
          </p:nvSpPr>
          <p:spPr>
            <a:xfrm>
              <a:off x="7805880" y="2190600"/>
              <a:ext cx="1137600" cy="113760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8" name=""/>
          <p:cNvSpPr/>
          <p:nvPr/>
        </p:nvSpPr>
        <p:spPr>
          <a:xfrm>
            <a:off x="990360" y="1843920"/>
            <a:ext cx="360" cy="899280"/>
          </a:xfrm>
          <a:prstGeom prst="line">
            <a:avLst/>
          </a:prstGeom>
          <a:ln w="18000">
            <a:solidFill>
              <a:srgbClr val="729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"/>
          <p:cNvSpPr/>
          <p:nvPr/>
        </p:nvSpPr>
        <p:spPr>
          <a:xfrm>
            <a:off x="5202360" y="1843920"/>
            <a:ext cx="360" cy="899280"/>
          </a:xfrm>
          <a:prstGeom prst="line">
            <a:avLst/>
          </a:prstGeom>
          <a:ln w="18000">
            <a:solidFill>
              <a:srgbClr val="729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"/>
          <p:cNvSpPr/>
          <p:nvPr/>
        </p:nvSpPr>
        <p:spPr>
          <a:xfrm flipV="1">
            <a:off x="990720" y="2629800"/>
            <a:ext cx="6781680" cy="113760"/>
          </a:xfrm>
          <a:prstGeom prst="line">
            <a:avLst/>
          </a:prstGeom>
          <a:ln cap="rnd" w="0">
            <a:solidFill>
              <a:srgbClr val="5983b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"/>
          <p:cNvSpPr/>
          <p:nvPr/>
        </p:nvSpPr>
        <p:spPr>
          <a:xfrm>
            <a:off x="990720" y="2743560"/>
            <a:ext cx="6881760" cy="267840"/>
          </a:xfrm>
          <a:prstGeom prst="line">
            <a:avLst/>
          </a:prstGeom>
          <a:ln cap="rnd" w="0">
            <a:solidFill>
              <a:srgbClr val="5983b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"/>
          <p:cNvSpPr/>
          <p:nvPr/>
        </p:nvSpPr>
        <p:spPr>
          <a:xfrm>
            <a:off x="8370360" y="1843920"/>
            <a:ext cx="360" cy="899280"/>
          </a:xfrm>
          <a:prstGeom prst="line">
            <a:avLst/>
          </a:prstGeom>
          <a:ln w="18000">
            <a:solidFill>
              <a:srgbClr val="729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"/>
          <p:cNvSpPr/>
          <p:nvPr/>
        </p:nvSpPr>
        <p:spPr>
          <a:xfrm>
            <a:off x="5047200" y="1101600"/>
            <a:ext cx="11203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mag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4" name="" descr=""/>
          <p:cNvPicPr/>
          <p:nvPr/>
        </p:nvPicPr>
        <p:blipFill>
          <a:blip r:embed="rId3"/>
          <a:stretch/>
        </p:blipFill>
        <p:spPr>
          <a:xfrm rot="21590400">
            <a:off x="757080" y="2514600"/>
            <a:ext cx="386640" cy="3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698691A8-ECAC-4D68-B485-084CC3596389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5" name="" descr=""/>
          <p:cNvPicPr/>
          <p:nvPr/>
        </p:nvPicPr>
        <p:blipFill>
          <a:blip r:embed="rId1"/>
          <a:stretch/>
        </p:blipFill>
        <p:spPr>
          <a:xfrm rot="21591000">
            <a:off x="4537080" y="2051640"/>
            <a:ext cx="1244520" cy="124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Distance - Luminosity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"/>
          <p:cNvSpPr/>
          <p:nvPr/>
        </p:nvSpPr>
        <p:spPr>
          <a:xfrm>
            <a:off x="5202360" y="1850760"/>
            <a:ext cx="360" cy="2492640"/>
          </a:xfrm>
          <a:prstGeom prst="line">
            <a:avLst/>
          </a:prstGeom>
          <a:ln cap="rnd"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"/>
          <p:cNvSpPr/>
          <p:nvPr/>
        </p:nvSpPr>
        <p:spPr>
          <a:xfrm>
            <a:off x="871200" y="1101600"/>
            <a:ext cx="4381560" cy="59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"/>
          <p:cNvSpPr/>
          <p:nvPr/>
        </p:nvSpPr>
        <p:spPr>
          <a:xfrm>
            <a:off x="5047200" y="1101600"/>
            <a:ext cx="11203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mag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"/>
          <p:cNvSpPr/>
          <p:nvPr/>
        </p:nvSpPr>
        <p:spPr>
          <a:xfrm flipV="1">
            <a:off x="990360" y="2203560"/>
            <a:ext cx="7239240" cy="539640"/>
          </a:xfrm>
          <a:prstGeom prst="line">
            <a:avLst/>
          </a:prstGeom>
          <a:ln cap="rnd" w="0">
            <a:solidFill>
              <a:srgbClr val="5983b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"/>
          <p:cNvSpPr/>
          <p:nvPr/>
        </p:nvSpPr>
        <p:spPr>
          <a:xfrm>
            <a:off x="990360" y="2743200"/>
            <a:ext cx="7303680" cy="590040"/>
          </a:xfrm>
          <a:prstGeom prst="line">
            <a:avLst/>
          </a:prstGeom>
          <a:ln cap="rnd" w="0">
            <a:solidFill>
              <a:srgbClr val="5983b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"/>
          <p:cNvSpPr/>
          <p:nvPr/>
        </p:nvSpPr>
        <p:spPr>
          <a:xfrm flipV="1">
            <a:off x="5259600" y="2203560"/>
            <a:ext cx="3014640" cy="5396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"/>
          <p:cNvSpPr/>
          <p:nvPr/>
        </p:nvSpPr>
        <p:spPr>
          <a:xfrm>
            <a:off x="5259600" y="2743200"/>
            <a:ext cx="3034440" cy="5900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"/>
          <p:cNvSpPr/>
          <p:nvPr/>
        </p:nvSpPr>
        <p:spPr>
          <a:xfrm>
            <a:off x="990360" y="1850760"/>
            <a:ext cx="360" cy="2492640"/>
          </a:xfrm>
          <a:prstGeom prst="line">
            <a:avLst/>
          </a:prstGeom>
          <a:ln w="18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5" name="" descr=""/>
          <p:cNvPicPr/>
          <p:nvPr/>
        </p:nvPicPr>
        <p:blipFill>
          <a:blip r:embed="rId2"/>
          <a:stretch/>
        </p:blipFill>
        <p:spPr>
          <a:xfrm rot="21590400">
            <a:off x="756720" y="2514600"/>
            <a:ext cx="386640" cy="3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6" name=""/>
          <p:cNvSpPr/>
          <p:nvPr/>
        </p:nvSpPr>
        <p:spPr>
          <a:xfrm>
            <a:off x="871200" y="813600"/>
            <a:ext cx="27813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67" name=""/>
          <p:cNvGrpSpPr/>
          <p:nvPr/>
        </p:nvGrpSpPr>
        <p:grpSpPr>
          <a:xfrm>
            <a:off x="7491600" y="1864800"/>
            <a:ext cx="1753200" cy="1645200"/>
            <a:chOff x="7491600" y="1864800"/>
            <a:chExt cx="1753200" cy="1645200"/>
          </a:xfrm>
        </p:grpSpPr>
        <p:sp>
          <p:nvSpPr>
            <p:cNvPr id="1268" name=""/>
            <p:cNvSpPr/>
            <p:nvPr/>
          </p:nvSpPr>
          <p:spPr>
            <a:xfrm>
              <a:off x="8749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9" name=""/>
            <p:cNvSpPr/>
            <p:nvPr/>
          </p:nvSpPr>
          <p:spPr>
            <a:xfrm>
              <a:off x="8717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0" name=""/>
            <p:cNvSpPr/>
            <p:nvPr/>
          </p:nvSpPr>
          <p:spPr>
            <a:xfrm>
              <a:off x="8655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1" name=""/>
            <p:cNvSpPr/>
            <p:nvPr/>
          </p:nvSpPr>
          <p:spPr>
            <a:xfrm flipV="1">
              <a:off x="8717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2" name=""/>
            <p:cNvSpPr/>
            <p:nvPr/>
          </p:nvSpPr>
          <p:spPr>
            <a:xfrm flipV="1">
              <a:off x="8634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3" name=""/>
            <p:cNvSpPr/>
            <p:nvPr/>
          </p:nvSpPr>
          <p:spPr>
            <a:xfrm flipV="1">
              <a:off x="8421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4" name=""/>
            <p:cNvSpPr/>
            <p:nvPr/>
          </p:nvSpPr>
          <p:spPr>
            <a:xfrm flipH="1" flipV="1">
              <a:off x="8154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5" name=""/>
            <p:cNvSpPr/>
            <p:nvPr/>
          </p:nvSpPr>
          <p:spPr>
            <a:xfrm flipV="1">
              <a:off x="8550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6" name=""/>
            <p:cNvSpPr/>
            <p:nvPr/>
          </p:nvSpPr>
          <p:spPr>
            <a:xfrm>
              <a:off x="8530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7" name=""/>
            <p:cNvSpPr/>
            <p:nvPr/>
          </p:nvSpPr>
          <p:spPr>
            <a:xfrm flipH="1">
              <a:off x="8253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8" name=""/>
            <p:cNvSpPr/>
            <p:nvPr/>
          </p:nvSpPr>
          <p:spPr>
            <a:xfrm flipH="1">
              <a:off x="7872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"/>
            <p:cNvSpPr/>
            <p:nvPr/>
          </p:nvSpPr>
          <p:spPr>
            <a:xfrm flipH="1">
              <a:off x="7658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"/>
            <p:cNvSpPr/>
            <p:nvPr/>
          </p:nvSpPr>
          <p:spPr>
            <a:xfrm flipH="1">
              <a:off x="7543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1" name=""/>
            <p:cNvSpPr/>
            <p:nvPr/>
          </p:nvSpPr>
          <p:spPr>
            <a:xfrm flipH="1" flipV="1">
              <a:off x="7575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2" name=""/>
            <p:cNvSpPr/>
            <p:nvPr/>
          </p:nvSpPr>
          <p:spPr>
            <a:xfrm flipH="1" flipV="1">
              <a:off x="7857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3" name=""/>
            <p:cNvSpPr/>
            <p:nvPr/>
          </p:nvSpPr>
          <p:spPr>
            <a:xfrm flipH="1" flipV="1">
              <a:off x="7491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4" name=""/>
            <p:cNvSpPr/>
            <p:nvPr/>
          </p:nvSpPr>
          <p:spPr>
            <a:xfrm>
              <a:off x="798696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5" name=""/>
            <p:cNvSpPr/>
            <p:nvPr/>
          </p:nvSpPr>
          <p:spPr>
            <a:xfrm>
              <a:off x="7805880" y="2190600"/>
              <a:ext cx="1137600" cy="113760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6" name=""/>
          <p:cNvSpPr/>
          <p:nvPr/>
        </p:nvSpPr>
        <p:spPr>
          <a:xfrm>
            <a:off x="691920" y="4737600"/>
            <a:ext cx="7322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"/>
          <p:cNvSpPr/>
          <p:nvPr/>
        </p:nvSpPr>
        <p:spPr>
          <a:xfrm>
            <a:off x="8370360" y="1850760"/>
            <a:ext cx="360" cy="2492640"/>
          </a:xfrm>
          <a:prstGeom prst="line">
            <a:avLst/>
          </a:prstGeom>
          <a:ln cap="rnd"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"/>
          <p:cNvSpPr/>
          <p:nvPr/>
        </p:nvSpPr>
        <p:spPr>
          <a:xfrm>
            <a:off x="5065560" y="4737600"/>
            <a:ext cx="64476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"/>
          <p:cNvSpPr/>
          <p:nvPr/>
        </p:nvSpPr>
        <p:spPr>
          <a:xfrm>
            <a:off x="5047200" y="813600"/>
            <a:ext cx="13489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pc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"/>
          <p:cNvSpPr/>
          <p:nvPr/>
        </p:nvSpPr>
        <p:spPr>
          <a:xfrm>
            <a:off x="8251200" y="813600"/>
            <a:ext cx="646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pc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346ECCFC-C8CD-44E6-A694-0903BD9B02F9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"/>
          <p:cNvSpPr/>
          <p:nvPr/>
        </p:nvSpPr>
        <p:spPr>
          <a:xfrm>
            <a:off x="9090360" y="1850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"/>
          <p:cNvSpPr/>
          <p:nvPr/>
        </p:nvSpPr>
        <p:spPr>
          <a:xfrm>
            <a:off x="8370360" y="1850760"/>
            <a:ext cx="360" cy="2492640"/>
          </a:xfrm>
          <a:prstGeom prst="line">
            <a:avLst/>
          </a:prstGeom>
          <a:ln cap="rnd"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93" name=""/>
          <p:cNvGrpSpPr/>
          <p:nvPr/>
        </p:nvGrpSpPr>
        <p:grpSpPr>
          <a:xfrm>
            <a:off x="7491600" y="1864800"/>
            <a:ext cx="1753200" cy="1645200"/>
            <a:chOff x="7491600" y="1864800"/>
            <a:chExt cx="1753200" cy="1645200"/>
          </a:xfrm>
        </p:grpSpPr>
        <p:sp>
          <p:nvSpPr>
            <p:cNvPr id="1294" name=""/>
            <p:cNvSpPr/>
            <p:nvPr/>
          </p:nvSpPr>
          <p:spPr>
            <a:xfrm>
              <a:off x="8749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5" name=""/>
            <p:cNvSpPr/>
            <p:nvPr/>
          </p:nvSpPr>
          <p:spPr>
            <a:xfrm>
              <a:off x="8717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6" name=""/>
            <p:cNvSpPr/>
            <p:nvPr/>
          </p:nvSpPr>
          <p:spPr>
            <a:xfrm>
              <a:off x="8655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7" name=""/>
            <p:cNvSpPr/>
            <p:nvPr/>
          </p:nvSpPr>
          <p:spPr>
            <a:xfrm flipV="1">
              <a:off x="8717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8" name=""/>
            <p:cNvSpPr/>
            <p:nvPr/>
          </p:nvSpPr>
          <p:spPr>
            <a:xfrm flipV="1">
              <a:off x="8634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9" name=""/>
            <p:cNvSpPr/>
            <p:nvPr/>
          </p:nvSpPr>
          <p:spPr>
            <a:xfrm flipV="1">
              <a:off x="8421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0" name=""/>
            <p:cNvSpPr/>
            <p:nvPr/>
          </p:nvSpPr>
          <p:spPr>
            <a:xfrm flipH="1" flipV="1">
              <a:off x="8154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"/>
            <p:cNvSpPr/>
            <p:nvPr/>
          </p:nvSpPr>
          <p:spPr>
            <a:xfrm flipV="1">
              <a:off x="8550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"/>
            <p:cNvSpPr/>
            <p:nvPr/>
          </p:nvSpPr>
          <p:spPr>
            <a:xfrm>
              <a:off x="8530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"/>
            <p:cNvSpPr/>
            <p:nvPr/>
          </p:nvSpPr>
          <p:spPr>
            <a:xfrm flipH="1">
              <a:off x="8253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4" name=""/>
            <p:cNvSpPr/>
            <p:nvPr/>
          </p:nvSpPr>
          <p:spPr>
            <a:xfrm flipH="1">
              <a:off x="7872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5" name=""/>
            <p:cNvSpPr/>
            <p:nvPr/>
          </p:nvSpPr>
          <p:spPr>
            <a:xfrm flipH="1">
              <a:off x="7658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6" name=""/>
            <p:cNvSpPr/>
            <p:nvPr/>
          </p:nvSpPr>
          <p:spPr>
            <a:xfrm flipH="1">
              <a:off x="7543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7" name=""/>
            <p:cNvSpPr/>
            <p:nvPr/>
          </p:nvSpPr>
          <p:spPr>
            <a:xfrm flipH="1" flipV="1">
              <a:off x="7575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8" name=""/>
            <p:cNvSpPr/>
            <p:nvPr/>
          </p:nvSpPr>
          <p:spPr>
            <a:xfrm flipH="1" flipV="1">
              <a:off x="7857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9" name=""/>
            <p:cNvSpPr/>
            <p:nvPr/>
          </p:nvSpPr>
          <p:spPr>
            <a:xfrm flipH="1" flipV="1">
              <a:off x="7491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0" name=""/>
            <p:cNvSpPr/>
            <p:nvPr/>
          </p:nvSpPr>
          <p:spPr>
            <a:xfrm>
              <a:off x="798696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1" name=""/>
            <p:cNvSpPr/>
            <p:nvPr/>
          </p:nvSpPr>
          <p:spPr>
            <a:xfrm>
              <a:off x="7805880" y="2190600"/>
              <a:ext cx="1137600" cy="113760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12" name=""/>
          <p:cNvSpPr/>
          <p:nvPr/>
        </p:nvSpPr>
        <p:spPr>
          <a:xfrm>
            <a:off x="5922360" y="1850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3" name="" descr=""/>
          <p:cNvPicPr/>
          <p:nvPr/>
        </p:nvPicPr>
        <p:blipFill>
          <a:blip r:embed="rId1"/>
          <a:stretch/>
        </p:blipFill>
        <p:spPr>
          <a:xfrm rot="21591000">
            <a:off x="5221080" y="2051640"/>
            <a:ext cx="1244520" cy="124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4" name=""/>
          <p:cNvSpPr/>
          <p:nvPr/>
        </p:nvSpPr>
        <p:spPr>
          <a:xfrm>
            <a:off x="5202360" y="1850760"/>
            <a:ext cx="360" cy="2495520"/>
          </a:xfrm>
          <a:prstGeom prst="line">
            <a:avLst/>
          </a:prstGeom>
          <a:ln cap="rnd" w="18000">
            <a:solidFill>
              <a:srgbClr val="009bd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"/>
          <p:cNvSpPr/>
          <p:nvPr/>
        </p:nvSpPr>
        <p:spPr>
          <a:xfrm>
            <a:off x="5544000" y="4737600"/>
            <a:ext cx="6681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"/>
          <p:cNvSpPr/>
          <p:nvPr/>
        </p:nvSpPr>
        <p:spPr>
          <a:xfrm>
            <a:off x="871200" y="1101600"/>
            <a:ext cx="11811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"/>
          <p:cNvSpPr/>
          <p:nvPr/>
        </p:nvSpPr>
        <p:spPr>
          <a:xfrm flipV="1">
            <a:off x="990360" y="2203560"/>
            <a:ext cx="7967880" cy="539640"/>
          </a:xfrm>
          <a:prstGeom prst="line">
            <a:avLst/>
          </a:prstGeom>
          <a:ln cap="rnd" w="0">
            <a:solidFill>
              <a:srgbClr val="f10d0c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"/>
          <p:cNvSpPr/>
          <p:nvPr/>
        </p:nvSpPr>
        <p:spPr>
          <a:xfrm>
            <a:off x="990360" y="2743200"/>
            <a:ext cx="7987680" cy="590040"/>
          </a:xfrm>
          <a:prstGeom prst="line">
            <a:avLst/>
          </a:prstGeom>
          <a:ln cap="rnd" w="0">
            <a:solidFill>
              <a:srgbClr val="f10d0c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"/>
          <p:cNvSpPr/>
          <p:nvPr/>
        </p:nvSpPr>
        <p:spPr>
          <a:xfrm flipV="1">
            <a:off x="5943600" y="2203560"/>
            <a:ext cx="3014640" cy="5396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"/>
          <p:cNvSpPr/>
          <p:nvPr/>
        </p:nvSpPr>
        <p:spPr>
          <a:xfrm>
            <a:off x="5943600" y="2743200"/>
            <a:ext cx="3034440" cy="5900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"/>
          <p:cNvSpPr/>
          <p:nvPr/>
        </p:nvSpPr>
        <p:spPr>
          <a:xfrm>
            <a:off x="990360" y="1850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2" name="" descr=""/>
          <p:cNvPicPr/>
          <p:nvPr/>
        </p:nvPicPr>
        <p:blipFill>
          <a:blip r:embed="rId2"/>
          <a:stretch/>
        </p:blipFill>
        <p:spPr>
          <a:xfrm rot="21590400">
            <a:off x="756720" y="2514600"/>
            <a:ext cx="386640" cy="3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3" name=""/>
          <p:cNvSpPr/>
          <p:nvPr/>
        </p:nvSpPr>
        <p:spPr>
          <a:xfrm>
            <a:off x="871200" y="813600"/>
            <a:ext cx="7239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"/>
          <p:cNvSpPr/>
          <p:nvPr/>
        </p:nvSpPr>
        <p:spPr>
          <a:xfrm>
            <a:off x="583920" y="4737600"/>
            <a:ext cx="7322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25" name=""/>
          <p:cNvGrpSpPr/>
          <p:nvPr/>
        </p:nvGrpSpPr>
        <p:grpSpPr>
          <a:xfrm>
            <a:off x="8247600" y="1864800"/>
            <a:ext cx="1753200" cy="1645200"/>
            <a:chOff x="8247600" y="1864800"/>
            <a:chExt cx="1753200" cy="1645200"/>
          </a:xfrm>
        </p:grpSpPr>
        <p:sp>
          <p:nvSpPr>
            <p:cNvPr id="1326" name=""/>
            <p:cNvSpPr/>
            <p:nvPr/>
          </p:nvSpPr>
          <p:spPr>
            <a:xfrm>
              <a:off x="9505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7" name=""/>
            <p:cNvSpPr/>
            <p:nvPr/>
          </p:nvSpPr>
          <p:spPr>
            <a:xfrm>
              <a:off x="9473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8" name=""/>
            <p:cNvSpPr/>
            <p:nvPr/>
          </p:nvSpPr>
          <p:spPr>
            <a:xfrm>
              <a:off x="9411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9" name=""/>
            <p:cNvSpPr/>
            <p:nvPr/>
          </p:nvSpPr>
          <p:spPr>
            <a:xfrm flipV="1">
              <a:off x="9473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0" name=""/>
            <p:cNvSpPr/>
            <p:nvPr/>
          </p:nvSpPr>
          <p:spPr>
            <a:xfrm flipV="1">
              <a:off x="9390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1" name=""/>
            <p:cNvSpPr/>
            <p:nvPr/>
          </p:nvSpPr>
          <p:spPr>
            <a:xfrm flipV="1">
              <a:off x="9177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2" name=""/>
            <p:cNvSpPr/>
            <p:nvPr/>
          </p:nvSpPr>
          <p:spPr>
            <a:xfrm flipH="1" flipV="1">
              <a:off x="8910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3" name=""/>
            <p:cNvSpPr/>
            <p:nvPr/>
          </p:nvSpPr>
          <p:spPr>
            <a:xfrm flipV="1">
              <a:off x="9306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4" name=""/>
            <p:cNvSpPr/>
            <p:nvPr/>
          </p:nvSpPr>
          <p:spPr>
            <a:xfrm>
              <a:off x="9286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5" name=""/>
            <p:cNvSpPr/>
            <p:nvPr/>
          </p:nvSpPr>
          <p:spPr>
            <a:xfrm flipH="1">
              <a:off x="9009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6" name=""/>
            <p:cNvSpPr/>
            <p:nvPr/>
          </p:nvSpPr>
          <p:spPr>
            <a:xfrm flipH="1">
              <a:off x="8628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7" name=""/>
            <p:cNvSpPr/>
            <p:nvPr/>
          </p:nvSpPr>
          <p:spPr>
            <a:xfrm flipH="1">
              <a:off x="8414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8" name=""/>
            <p:cNvSpPr/>
            <p:nvPr/>
          </p:nvSpPr>
          <p:spPr>
            <a:xfrm flipH="1">
              <a:off x="8299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9" name=""/>
            <p:cNvSpPr/>
            <p:nvPr/>
          </p:nvSpPr>
          <p:spPr>
            <a:xfrm flipH="1" flipV="1">
              <a:off x="8331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0" name=""/>
            <p:cNvSpPr/>
            <p:nvPr/>
          </p:nvSpPr>
          <p:spPr>
            <a:xfrm flipH="1" flipV="1">
              <a:off x="8613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1" name=""/>
            <p:cNvSpPr/>
            <p:nvPr/>
          </p:nvSpPr>
          <p:spPr>
            <a:xfrm flipH="1" flipV="1">
              <a:off x="8247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2" name=""/>
            <p:cNvSpPr/>
            <p:nvPr/>
          </p:nvSpPr>
          <p:spPr>
            <a:xfrm>
              <a:off x="874296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43" name=""/>
          <p:cNvSpPr/>
          <p:nvPr/>
        </p:nvSpPr>
        <p:spPr>
          <a:xfrm>
            <a:off x="8521920" y="2190600"/>
            <a:ext cx="1137600" cy="1137600"/>
          </a:xfrm>
          <a:prstGeom prst="ellipse">
            <a:avLst/>
          </a:prstGeom>
          <a:gradFill rotWithShape="0">
            <a:gsLst>
              <a:gs pos="0">
                <a:srgbClr val="ff4000">
                  <a:alpha val="0"/>
                </a:srgbClr>
              </a:gs>
              <a:gs pos="100000">
                <a:srgbClr val="c9211e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"/>
          <p:cNvSpPr/>
          <p:nvPr/>
        </p:nvSpPr>
        <p:spPr>
          <a:xfrm>
            <a:off x="5065200" y="4737600"/>
            <a:ext cx="64476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5" name="" descr=""/>
          <p:cNvPicPr/>
          <p:nvPr/>
        </p:nvPicPr>
        <p:blipFill>
          <a:blip r:embed="rId3"/>
          <a:stretch/>
        </p:blipFill>
        <p:spPr>
          <a:xfrm>
            <a:off x="1726200" y="1328760"/>
            <a:ext cx="5193360" cy="317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6" name=""/>
          <p:cNvSpPr/>
          <p:nvPr/>
        </p:nvSpPr>
        <p:spPr>
          <a:xfrm>
            <a:off x="8915400" y="4737600"/>
            <a:ext cx="4647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"/>
          <p:cNvSpPr/>
          <p:nvPr/>
        </p:nvSpPr>
        <p:spPr>
          <a:xfrm>
            <a:off x="8971560" y="1101600"/>
            <a:ext cx="624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µ’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"/>
          <p:cNvSpPr/>
          <p:nvPr/>
        </p:nvSpPr>
        <p:spPr>
          <a:xfrm>
            <a:off x="8971560" y="813600"/>
            <a:ext cx="7239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d’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"/>
          <p:cNvSpPr/>
          <p:nvPr/>
        </p:nvSpPr>
        <p:spPr>
          <a:xfrm>
            <a:off x="5047200" y="1101600"/>
            <a:ext cx="11203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mag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"/>
          <p:cNvSpPr/>
          <p:nvPr/>
        </p:nvSpPr>
        <p:spPr>
          <a:xfrm>
            <a:off x="5047200" y="813600"/>
            <a:ext cx="13489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pc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"/>
          <p:cNvSpPr/>
          <p:nvPr/>
        </p:nvSpPr>
        <p:spPr>
          <a:xfrm>
            <a:off x="8251200" y="813600"/>
            <a:ext cx="646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pc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"/>
          <p:cNvSpPr/>
          <p:nvPr/>
        </p:nvSpPr>
        <p:spPr>
          <a:xfrm>
            <a:off x="1254600" y="2135160"/>
            <a:ext cx="38397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Reddening due to absorption of light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342E3D44-9C20-4CC5-86F6-6525053DBC78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"/>
          <p:cNvSpPr/>
          <p:nvPr/>
        </p:nvSpPr>
        <p:spPr>
          <a:xfrm>
            <a:off x="9090360" y="1850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"/>
          <p:cNvSpPr/>
          <p:nvPr/>
        </p:nvSpPr>
        <p:spPr>
          <a:xfrm>
            <a:off x="8370360" y="1850760"/>
            <a:ext cx="360" cy="2492640"/>
          </a:xfrm>
          <a:prstGeom prst="line">
            <a:avLst/>
          </a:prstGeom>
          <a:ln cap="rnd"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"/>
          <p:cNvSpPr/>
          <p:nvPr/>
        </p:nvSpPr>
        <p:spPr>
          <a:xfrm>
            <a:off x="5922360" y="1850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6" name="" descr=""/>
          <p:cNvPicPr/>
          <p:nvPr/>
        </p:nvPicPr>
        <p:blipFill>
          <a:blip r:embed="rId1"/>
          <a:stretch/>
        </p:blipFill>
        <p:spPr>
          <a:xfrm rot="21591000">
            <a:off x="5221080" y="2051640"/>
            <a:ext cx="1244520" cy="124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Reddening - Distance - Luminosity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8" name=""/>
          <p:cNvSpPr/>
          <p:nvPr/>
        </p:nvSpPr>
        <p:spPr>
          <a:xfrm>
            <a:off x="4482360" y="1850760"/>
            <a:ext cx="360" cy="2495520"/>
          </a:xfrm>
          <a:prstGeom prst="line">
            <a:avLst/>
          </a:prstGeom>
          <a:ln cap="rnd" w="18000">
            <a:solidFill>
              <a:srgbClr val="009bd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"/>
          <p:cNvSpPr/>
          <p:nvPr/>
        </p:nvSpPr>
        <p:spPr>
          <a:xfrm>
            <a:off x="5508000" y="4341600"/>
            <a:ext cx="6681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"/>
          <p:cNvSpPr/>
          <p:nvPr/>
        </p:nvSpPr>
        <p:spPr>
          <a:xfrm rot="16237200">
            <a:off x="5506920" y="3830760"/>
            <a:ext cx="119376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Absolute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1" name=""/>
          <p:cNvSpPr/>
          <p:nvPr/>
        </p:nvSpPr>
        <p:spPr>
          <a:xfrm rot="16192200">
            <a:off x="587160" y="3792600"/>
            <a:ext cx="1151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Apparent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"/>
          <p:cNvSpPr/>
          <p:nvPr/>
        </p:nvSpPr>
        <p:spPr>
          <a:xfrm rot="16237200">
            <a:off x="3779280" y="3362760"/>
            <a:ext cx="119376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Absolute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"/>
          <p:cNvSpPr/>
          <p:nvPr/>
        </p:nvSpPr>
        <p:spPr>
          <a:xfrm rot="16237200">
            <a:off x="4043160" y="3962520"/>
            <a:ext cx="66528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True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"/>
          <p:cNvSpPr/>
          <p:nvPr/>
        </p:nvSpPr>
        <p:spPr>
          <a:xfrm flipV="1">
            <a:off x="990360" y="2203560"/>
            <a:ext cx="7967880" cy="539640"/>
          </a:xfrm>
          <a:prstGeom prst="line">
            <a:avLst/>
          </a:prstGeom>
          <a:ln cap="rnd" w="0">
            <a:solidFill>
              <a:srgbClr val="f10d0c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"/>
          <p:cNvSpPr/>
          <p:nvPr/>
        </p:nvSpPr>
        <p:spPr>
          <a:xfrm>
            <a:off x="990360" y="2743200"/>
            <a:ext cx="7987680" cy="590040"/>
          </a:xfrm>
          <a:prstGeom prst="line">
            <a:avLst/>
          </a:prstGeom>
          <a:ln cap="rnd" w="0">
            <a:solidFill>
              <a:srgbClr val="f10d0c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"/>
          <p:cNvSpPr/>
          <p:nvPr/>
        </p:nvSpPr>
        <p:spPr>
          <a:xfrm flipV="1">
            <a:off x="5943600" y="2203560"/>
            <a:ext cx="3014640" cy="5396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"/>
          <p:cNvSpPr/>
          <p:nvPr/>
        </p:nvSpPr>
        <p:spPr>
          <a:xfrm>
            <a:off x="5943600" y="2743200"/>
            <a:ext cx="3034440" cy="5900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"/>
          <p:cNvSpPr/>
          <p:nvPr/>
        </p:nvSpPr>
        <p:spPr>
          <a:xfrm>
            <a:off x="990360" y="1886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9" name="" descr=""/>
          <p:cNvPicPr/>
          <p:nvPr/>
        </p:nvPicPr>
        <p:blipFill>
          <a:blip r:embed="rId2"/>
          <a:stretch/>
        </p:blipFill>
        <p:spPr>
          <a:xfrm rot="21590400">
            <a:off x="756720" y="2514600"/>
            <a:ext cx="386640" cy="3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0" name=""/>
          <p:cNvSpPr/>
          <p:nvPr/>
        </p:nvSpPr>
        <p:spPr>
          <a:xfrm>
            <a:off x="547920" y="4341600"/>
            <a:ext cx="7322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71" name=""/>
          <p:cNvGrpSpPr/>
          <p:nvPr/>
        </p:nvGrpSpPr>
        <p:grpSpPr>
          <a:xfrm>
            <a:off x="7491600" y="1864800"/>
            <a:ext cx="1753200" cy="1645200"/>
            <a:chOff x="7491600" y="1864800"/>
            <a:chExt cx="1753200" cy="1645200"/>
          </a:xfrm>
        </p:grpSpPr>
        <p:sp>
          <p:nvSpPr>
            <p:cNvPr id="1372" name=""/>
            <p:cNvSpPr/>
            <p:nvPr/>
          </p:nvSpPr>
          <p:spPr>
            <a:xfrm>
              <a:off x="8749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3" name=""/>
            <p:cNvSpPr/>
            <p:nvPr/>
          </p:nvSpPr>
          <p:spPr>
            <a:xfrm>
              <a:off x="8717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4" name=""/>
            <p:cNvSpPr/>
            <p:nvPr/>
          </p:nvSpPr>
          <p:spPr>
            <a:xfrm>
              <a:off x="8655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5" name=""/>
            <p:cNvSpPr/>
            <p:nvPr/>
          </p:nvSpPr>
          <p:spPr>
            <a:xfrm flipV="1">
              <a:off x="8717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"/>
            <p:cNvSpPr/>
            <p:nvPr/>
          </p:nvSpPr>
          <p:spPr>
            <a:xfrm flipV="1">
              <a:off x="8634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"/>
            <p:cNvSpPr/>
            <p:nvPr/>
          </p:nvSpPr>
          <p:spPr>
            <a:xfrm flipV="1">
              <a:off x="8421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8" name=""/>
            <p:cNvSpPr/>
            <p:nvPr/>
          </p:nvSpPr>
          <p:spPr>
            <a:xfrm flipH="1" flipV="1">
              <a:off x="8154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9" name=""/>
            <p:cNvSpPr/>
            <p:nvPr/>
          </p:nvSpPr>
          <p:spPr>
            <a:xfrm flipV="1">
              <a:off x="8550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0" name=""/>
            <p:cNvSpPr/>
            <p:nvPr/>
          </p:nvSpPr>
          <p:spPr>
            <a:xfrm>
              <a:off x="8530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1" name=""/>
            <p:cNvSpPr/>
            <p:nvPr/>
          </p:nvSpPr>
          <p:spPr>
            <a:xfrm flipH="1">
              <a:off x="8253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2" name=""/>
            <p:cNvSpPr/>
            <p:nvPr/>
          </p:nvSpPr>
          <p:spPr>
            <a:xfrm flipH="1">
              <a:off x="7872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3" name=""/>
            <p:cNvSpPr/>
            <p:nvPr/>
          </p:nvSpPr>
          <p:spPr>
            <a:xfrm flipH="1">
              <a:off x="7658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4" name=""/>
            <p:cNvSpPr/>
            <p:nvPr/>
          </p:nvSpPr>
          <p:spPr>
            <a:xfrm flipH="1">
              <a:off x="7543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5" name=""/>
            <p:cNvSpPr/>
            <p:nvPr/>
          </p:nvSpPr>
          <p:spPr>
            <a:xfrm flipH="1" flipV="1">
              <a:off x="7575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6" name=""/>
            <p:cNvSpPr/>
            <p:nvPr/>
          </p:nvSpPr>
          <p:spPr>
            <a:xfrm flipH="1" flipV="1">
              <a:off x="7857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7" name=""/>
            <p:cNvSpPr/>
            <p:nvPr/>
          </p:nvSpPr>
          <p:spPr>
            <a:xfrm flipH="1" flipV="1">
              <a:off x="7491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8" name=""/>
            <p:cNvSpPr/>
            <p:nvPr/>
          </p:nvSpPr>
          <p:spPr>
            <a:xfrm>
              <a:off x="798696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9" name=""/>
            <p:cNvSpPr/>
            <p:nvPr/>
          </p:nvSpPr>
          <p:spPr>
            <a:xfrm>
              <a:off x="7805880" y="2190600"/>
              <a:ext cx="1137600" cy="113760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0" name=""/>
          <p:cNvGrpSpPr/>
          <p:nvPr/>
        </p:nvGrpSpPr>
        <p:grpSpPr>
          <a:xfrm>
            <a:off x="8247600" y="1864800"/>
            <a:ext cx="1753200" cy="1645200"/>
            <a:chOff x="8247600" y="1864800"/>
            <a:chExt cx="1753200" cy="1645200"/>
          </a:xfrm>
        </p:grpSpPr>
        <p:sp>
          <p:nvSpPr>
            <p:cNvPr id="1391" name=""/>
            <p:cNvSpPr/>
            <p:nvPr/>
          </p:nvSpPr>
          <p:spPr>
            <a:xfrm>
              <a:off x="9505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2" name=""/>
            <p:cNvSpPr/>
            <p:nvPr/>
          </p:nvSpPr>
          <p:spPr>
            <a:xfrm>
              <a:off x="9473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3" name=""/>
            <p:cNvSpPr/>
            <p:nvPr/>
          </p:nvSpPr>
          <p:spPr>
            <a:xfrm>
              <a:off x="9411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4" name=""/>
            <p:cNvSpPr/>
            <p:nvPr/>
          </p:nvSpPr>
          <p:spPr>
            <a:xfrm flipV="1">
              <a:off x="9473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5" name=""/>
            <p:cNvSpPr/>
            <p:nvPr/>
          </p:nvSpPr>
          <p:spPr>
            <a:xfrm flipV="1">
              <a:off x="9390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6" name=""/>
            <p:cNvSpPr/>
            <p:nvPr/>
          </p:nvSpPr>
          <p:spPr>
            <a:xfrm flipV="1">
              <a:off x="9177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7" name=""/>
            <p:cNvSpPr/>
            <p:nvPr/>
          </p:nvSpPr>
          <p:spPr>
            <a:xfrm flipH="1" flipV="1">
              <a:off x="8910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8" name=""/>
            <p:cNvSpPr/>
            <p:nvPr/>
          </p:nvSpPr>
          <p:spPr>
            <a:xfrm flipV="1">
              <a:off x="9306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9" name=""/>
            <p:cNvSpPr/>
            <p:nvPr/>
          </p:nvSpPr>
          <p:spPr>
            <a:xfrm>
              <a:off x="9286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0" name=""/>
            <p:cNvSpPr/>
            <p:nvPr/>
          </p:nvSpPr>
          <p:spPr>
            <a:xfrm flipH="1">
              <a:off x="9009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1" name=""/>
            <p:cNvSpPr/>
            <p:nvPr/>
          </p:nvSpPr>
          <p:spPr>
            <a:xfrm flipH="1">
              <a:off x="8628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2" name=""/>
            <p:cNvSpPr/>
            <p:nvPr/>
          </p:nvSpPr>
          <p:spPr>
            <a:xfrm flipH="1">
              <a:off x="8414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3" name=""/>
            <p:cNvSpPr/>
            <p:nvPr/>
          </p:nvSpPr>
          <p:spPr>
            <a:xfrm flipH="1">
              <a:off x="8299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4" name=""/>
            <p:cNvSpPr/>
            <p:nvPr/>
          </p:nvSpPr>
          <p:spPr>
            <a:xfrm flipH="1" flipV="1">
              <a:off x="8331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5" name=""/>
            <p:cNvSpPr/>
            <p:nvPr/>
          </p:nvSpPr>
          <p:spPr>
            <a:xfrm flipH="1" flipV="1">
              <a:off x="8613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6" name=""/>
            <p:cNvSpPr/>
            <p:nvPr/>
          </p:nvSpPr>
          <p:spPr>
            <a:xfrm flipH="1" flipV="1">
              <a:off x="8247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7" name=""/>
            <p:cNvSpPr/>
            <p:nvPr/>
          </p:nvSpPr>
          <p:spPr>
            <a:xfrm>
              <a:off x="874296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08" name=""/>
          <p:cNvSpPr/>
          <p:nvPr/>
        </p:nvSpPr>
        <p:spPr>
          <a:xfrm>
            <a:off x="8521920" y="2190600"/>
            <a:ext cx="1137600" cy="1137600"/>
          </a:xfrm>
          <a:prstGeom prst="ellipse">
            <a:avLst/>
          </a:prstGeom>
          <a:gradFill rotWithShape="0">
            <a:gsLst>
              <a:gs pos="0">
                <a:srgbClr val="ff4000">
                  <a:alpha val="0"/>
                </a:srgbClr>
              </a:gs>
              <a:gs pos="100000">
                <a:srgbClr val="c9211e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"/>
          <p:cNvSpPr/>
          <p:nvPr/>
        </p:nvSpPr>
        <p:spPr>
          <a:xfrm>
            <a:off x="4093200" y="4377600"/>
            <a:ext cx="64476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"/>
          <p:cNvSpPr/>
          <p:nvPr/>
        </p:nvSpPr>
        <p:spPr>
          <a:xfrm>
            <a:off x="8574840" y="4341600"/>
            <a:ext cx="4647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"/>
          <p:cNvSpPr/>
          <p:nvPr/>
        </p:nvSpPr>
        <p:spPr>
          <a:xfrm rot="16237200">
            <a:off x="8675280" y="3758760"/>
            <a:ext cx="119376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Extinction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"/>
          <p:cNvSpPr/>
          <p:nvPr/>
        </p:nvSpPr>
        <p:spPr>
          <a:xfrm>
            <a:off x="871200" y="1101600"/>
            <a:ext cx="4381560" cy="59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 : Distance Modulus (in magnitude)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"/>
          <p:cNvSpPr/>
          <p:nvPr/>
        </p:nvSpPr>
        <p:spPr>
          <a:xfrm>
            <a:off x="871200" y="813600"/>
            <a:ext cx="27813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 : Distance (in parsec)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"/>
          <p:cNvSpPr/>
          <p:nvPr/>
        </p:nvSpPr>
        <p:spPr>
          <a:xfrm>
            <a:off x="8971920" y="1101600"/>
            <a:ext cx="624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µ’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"/>
          <p:cNvSpPr/>
          <p:nvPr/>
        </p:nvSpPr>
        <p:spPr>
          <a:xfrm>
            <a:off x="8971920" y="813600"/>
            <a:ext cx="7239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d’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"/>
          <p:cNvSpPr/>
          <p:nvPr/>
        </p:nvSpPr>
        <p:spPr>
          <a:xfrm>
            <a:off x="5047200" y="1101600"/>
            <a:ext cx="11203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mag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"/>
          <p:cNvSpPr/>
          <p:nvPr/>
        </p:nvSpPr>
        <p:spPr>
          <a:xfrm>
            <a:off x="5047200" y="813600"/>
            <a:ext cx="13489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pc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"/>
          <p:cNvSpPr/>
          <p:nvPr/>
        </p:nvSpPr>
        <p:spPr>
          <a:xfrm>
            <a:off x="8251200" y="813600"/>
            <a:ext cx="646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pc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"/>
          <p:cNvSpPr/>
          <p:nvPr/>
        </p:nvSpPr>
        <p:spPr>
          <a:xfrm rot="3000">
            <a:off x="2314080" y="3936600"/>
            <a:ext cx="1151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Distance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"/>
          <p:cNvSpPr/>
          <p:nvPr/>
        </p:nvSpPr>
        <p:spPr>
          <a:xfrm flipV="1">
            <a:off x="1071000" y="4377600"/>
            <a:ext cx="3358080" cy="1800"/>
          </a:xfrm>
          <a:prstGeom prst="line">
            <a:avLst/>
          </a:prstGeom>
          <a:ln w="0">
            <a:solidFill>
              <a:srgbClr val="3465a4"/>
            </a:solidFill>
            <a:prstDash val="lgDash"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3200" bIns="-432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"/>
          <p:cNvSpPr/>
          <p:nvPr/>
        </p:nvSpPr>
        <p:spPr>
          <a:xfrm>
            <a:off x="4439880" y="1821600"/>
            <a:ext cx="238248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Interstellar dust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"/>
          <p:cNvSpPr/>
          <p:nvPr/>
        </p:nvSpPr>
        <p:spPr>
          <a:xfrm rot="3000">
            <a:off x="4545720" y="3972600"/>
            <a:ext cx="1374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Color Excess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E(B-V)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"/>
          <p:cNvSpPr/>
          <p:nvPr/>
        </p:nvSpPr>
        <p:spPr>
          <a:xfrm>
            <a:off x="4546440" y="4377960"/>
            <a:ext cx="1322640" cy="360"/>
          </a:xfrm>
          <a:prstGeom prst="line">
            <a:avLst/>
          </a:prstGeom>
          <a:ln w="0">
            <a:solidFill>
              <a:srgbClr val="3465a4"/>
            </a:solidFill>
            <a:prstDash val="lgDash"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"/>
          <p:cNvSpPr/>
          <p:nvPr/>
        </p:nvSpPr>
        <p:spPr>
          <a:xfrm>
            <a:off x="4794840" y="2109600"/>
            <a:ext cx="4647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</a:t>
            </a:r>
            <a:r>
              <a:rPr b="0" lang="en-US" sz="14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5" name="" descr=""/>
          <p:cNvPicPr/>
          <p:nvPr/>
        </p:nvPicPr>
        <p:blipFill>
          <a:blip r:embed="rId3">
            <a:alphaModFix amt="51000"/>
          </a:blip>
          <a:stretch/>
        </p:blipFill>
        <p:spPr>
          <a:xfrm>
            <a:off x="3032640" y="1482120"/>
            <a:ext cx="4418640" cy="270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6" name=""/>
          <p:cNvSpPr/>
          <p:nvPr/>
        </p:nvSpPr>
        <p:spPr>
          <a:xfrm flipV="1">
            <a:off x="990720" y="2190600"/>
            <a:ext cx="7379640" cy="552960"/>
          </a:xfrm>
          <a:prstGeom prst="line">
            <a:avLst/>
          </a:prstGeom>
          <a:ln cap="rnd" w="0">
            <a:solidFill>
              <a:srgbClr val="2a6099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7" name=""/>
          <p:cNvSpPr/>
          <p:nvPr/>
        </p:nvSpPr>
        <p:spPr>
          <a:xfrm>
            <a:off x="990360" y="2743560"/>
            <a:ext cx="7337160" cy="585360"/>
          </a:xfrm>
          <a:prstGeom prst="line">
            <a:avLst/>
          </a:prstGeom>
          <a:ln cap="rnd" w="0">
            <a:solidFill>
              <a:srgbClr val="2a6099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"/>
          <p:cNvSpPr/>
          <p:nvPr/>
        </p:nvSpPr>
        <p:spPr>
          <a:xfrm>
            <a:off x="6629400" y="4343400"/>
            <a:ext cx="11422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"/>
          <p:cNvSpPr/>
          <p:nvPr/>
        </p:nvSpPr>
        <p:spPr>
          <a:xfrm>
            <a:off x="321840" y="5167800"/>
            <a:ext cx="1408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 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"/>
          <p:cNvSpPr/>
          <p:nvPr/>
        </p:nvSpPr>
        <p:spPr>
          <a:xfrm>
            <a:off x="1546200" y="5167800"/>
            <a:ext cx="12301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–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"/>
          <p:cNvSpPr/>
          <p:nvPr/>
        </p:nvSpPr>
        <p:spPr>
          <a:xfrm>
            <a:off x="7909200" y="5171400"/>
            <a:ext cx="14054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 R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E(B-V)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"/>
          <p:cNvSpPr/>
          <p:nvPr/>
        </p:nvSpPr>
        <p:spPr>
          <a:xfrm rot="16237200">
            <a:off x="7513200" y="3655080"/>
            <a:ext cx="14990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True Position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"/>
          <p:cNvSpPr/>
          <p:nvPr/>
        </p:nvSpPr>
        <p:spPr>
          <a:xfrm>
            <a:off x="8470440" y="4377960"/>
            <a:ext cx="566640" cy="360"/>
          </a:xfrm>
          <a:prstGeom prst="line">
            <a:avLst/>
          </a:prstGeom>
          <a:ln w="0">
            <a:solidFill>
              <a:srgbClr val="3465a4"/>
            </a:solidFill>
            <a:prstDash val="lgDash"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4D625633-D511-40D7-9C58-640D790FADAE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"/>
          <p:cNvSpPr/>
          <p:nvPr/>
        </p:nvSpPr>
        <p:spPr>
          <a:xfrm>
            <a:off x="5527440" y="1850760"/>
            <a:ext cx="360" cy="2495520"/>
          </a:xfrm>
          <a:prstGeom prst="line">
            <a:avLst/>
          </a:prstGeom>
          <a:ln cap="rnd" w="18000">
            <a:solidFill>
              <a:srgbClr val="ffff6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"/>
          <p:cNvSpPr/>
          <p:nvPr/>
        </p:nvSpPr>
        <p:spPr>
          <a:xfrm>
            <a:off x="5707800" y="1850760"/>
            <a:ext cx="360" cy="2495520"/>
          </a:xfrm>
          <a:prstGeom prst="line">
            <a:avLst/>
          </a:prstGeom>
          <a:ln cap="rnd" w="18000">
            <a:solidFill>
              <a:srgbClr val="ff7b59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"/>
          <p:cNvSpPr/>
          <p:nvPr/>
        </p:nvSpPr>
        <p:spPr>
          <a:xfrm>
            <a:off x="9090360" y="1850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"/>
          <p:cNvSpPr/>
          <p:nvPr/>
        </p:nvSpPr>
        <p:spPr>
          <a:xfrm>
            <a:off x="8370360" y="1850760"/>
            <a:ext cx="360" cy="2492640"/>
          </a:xfrm>
          <a:prstGeom prst="line">
            <a:avLst/>
          </a:prstGeom>
          <a:ln cap="rnd"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"/>
          <p:cNvSpPr/>
          <p:nvPr/>
        </p:nvSpPr>
        <p:spPr>
          <a:xfrm>
            <a:off x="5922360" y="1850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9" name="" descr=""/>
          <p:cNvPicPr/>
          <p:nvPr/>
        </p:nvPicPr>
        <p:blipFill>
          <a:blip r:embed="rId1"/>
          <a:stretch/>
        </p:blipFill>
        <p:spPr>
          <a:xfrm rot="21591000">
            <a:off x="5221080" y="2051640"/>
            <a:ext cx="1244520" cy="124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Reddening - Distance - Luminosity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"/>
          <p:cNvSpPr/>
          <p:nvPr/>
        </p:nvSpPr>
        <p:spPr>
          <a:xfrm>
            <a:off x="5202360" y="1850760"/>
            <a:ext cx="360" cy="2495520"/>
          </a:xfrm>
          <a:prstGeom prst="line">
            <a:avLst/>
          </a:prstGeom>
          <a:ln cap="rnd" w="18000">
            <a:solidFill>
              <a:srgbClr val="009bdd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"/>
          <p:cNvSpPr/>
          <p:nvPr/>
        </p:nvSpPr>
        <p:spPr>
          <a:xfrm flipV="1">
            <a:off x="990360" y="2203560"/>
            <a:ext cx="7967880" cy="539640"/>
          </a:xfrm>
          <a:prstGeom prst="line">
            <a:avLst/>
          </a:prstGeom>
          <a:ln cap="rnd" w="0">
            <a:solidFill>
              <a:srgbClr val="f10d0c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3" name=""/>
          <p:cNvSpPr/>
          <p:nvPr/>
        </p:nvSpPr>
        <p:spPr>
          <a:xfrm>
            <a:off x="990360" y="2743200"/>
            <a:ext cx="7987680" cy="590040"/>
          </a:xfrm>
          <a:prstGeom prst="line">
            <a:avLst/>
          </a:prstGeom>
          <a:ln cap="rnd" w="0">
            <a:solidFill>
              <a:srgbClr val="f10d0c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"/>
          <p:cNvSpPr/>
          <p:nvPr/>
        </p:nvSpPr>
        <p:spPr>
          <a:xfrm flipV="1">
            <a:off x="5943600" y="2203560"/>
            <a:ext cx="3014640" cy="5396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"/>
          <p:cNvSpPr/>
          <p:nvPr/>
        </p:nvSpPr>
        <p:spPr>
          <a:xfrm>
            <a:off x="5943600" y="2743200"/>
            <a:ext cx="3034440" cy="590040"/>
          </a:xfrm>
          <a:prstGeom prst="line">
            <a:avLst/>
          </a:prstGeom>
          <a:ln cap="rnd"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6" name=""/>
          <p:cNvSpPr/>
          <p:nvPr/>
        </p:nvSpPr>
        <p:spPr>
          <a:xfrm>
            <a:off x="990360" y="1850760"/>
            <a:ext cx="360" cy="2492640"/>
          </a:xfrm>
          <a:prstGeom prst="line">
            <a:avLst/>
          </a:prstGeom>
          <a:ln w="18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7" name="" descr=""/>
          <p:cNvPicPr/>
          <p:nvPr/>
        </p:nvPicPr>
        <p:blipFill>
          <a:blip r:embed="rId2"/>
          <a:stretch/>
        </p:blipFill>
        <p:spPr>
          <a:xfrm rot="21590400">
            <a:off x="756720" y="2514600"/>
            <a:ext cx="386640" cy="386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48" name=""/>
          <p:cNvGrpSpPr/>
          <p:nvPr/>
        </p:nvGrpSpPr>
        <p:grpSpPr>
          <a:xfrm>
            <a:off x="7491600" y="1864800"/>
            <a:ext cx="1753200" cy="1645200"/>
            <a:chOff x="7491600" y="1864800"/>
            <a:chExt cx="1753200" cy="1645200"/>
          </a:xfrm>
        </p:grpSpPr>
        <p:sp>
          <p:nvSpPr>
            <p:cNvPr id="1449" name=""/>
            <p:cNvSpPr/>
            <p:nvPr/>
          </p:nvSpPr>
          <p:spPr>
            <a:xfrm>
              <a:off x="8749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0" name=""/>
            <p:cNvSpPr/>
            <p:nvPr/>
          </p:nvSpPr>
          <p:spPr>
            <a:xfrm>
              <a:off x="8717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1" name=""/>
            <p:cNvSpPr/>
            <p:nvPr/>
          </p:nvSpPr>
          <p:spPr>
            <a:xfrm>
              <a:off x="8655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2" name=""/>
            <p:cNvSpPr/>
            <p:nvPr/>
          </p:nvSpPr>
          <p:spPr>
            <a:xfrm flipV="1">
              <a:off x="8717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3" name=""/>
            <p:cNvSpPr/>
            <p:nvPr/>
          </p:nvSpPr>
          <p:spPr>
            <a:xfrm flipV="1">
              <a:off x="8634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4" name=""/>
            <p:cNvSpPr/>
            <p:nvPr/>
          </p:nvSpPr>
          <p:spPr>
            <a:xfrm flipV="1">
              <a:off x="8421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5" name=""/>
            <p:cNvSpPr/>
            <p:nvPr/>
          </p:nvSpPr>
          <p:spPr>
            <a:xfrm flipH="1" flipV="1">
              <a:off x="8154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6" name=""/>
            <p:cNvSpPr/>
            <p:nvPr/>
          </p:nvSpPr>
          <p:spPr>
            <a:xfrm flipV="1">
              <a:off x="8550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7" name=""/>
            <p:cNvSpPr/>
            <p:nvPr/>
          </p:nvSpPr>
          <p:spPr>
            <a:xfrm>
              <a:off x="8530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8" name=""/>
            <p:cNvSpPr/>
            <p:nvPr/>
          </p:nvSpPr>
          <p:spPr>
            <a:xfrm flipH="1">
              <a:off x="8253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9" name=""/>
            <p:cNvSpPr/>
            <p:nvPr/>
          </p:nvSpPr>
          <p:spPr>
            <a:xfrm flipH="1">
              <a:off x="7872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0" name=""/>
            <p:cNvSpPr/>
            <p:nvPr/>
          </p:nvSpPr>
          <p:spPr>
            <a:xfrm flipH="1">
              <a:off x="7658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1" name=""/>
            <p:cNvSpPr/>
            <p:nvPr/>
          </p:nvSpPr>
          <p:spPr>
            <a:xfrm flipH="1">
              <a:off x="7543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2" name=""/>
            <p:cNvSpPr/>
            <p:nvPr/>
          </p:nvSpPr>
          <p:spPr>
            <a:xfrm flipH="1" flipV="1">
              <a:off x="7575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3" name=""/>
            <p:cNvSpPr/>
            <p:nvPr/>
          </p:nvSpPr>
          <p:spPr>
            <a:xfrm flipH="1" flipV="1">
              <a:off x="7857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4" name=""/>
            <p:cNvSpPr/>
            <p:nvPr/>
          </p:nvSpPr>
          <p:spPr>
            <a:xfrm flipH="1" flipV="1">
              <a:off x="7491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5" name=""/>
            <p:cNvSpPr/>
            <p:nvPr/>
          </p:nvSpPr>
          <p:spPr>
            <a:xfrm>
              <a:off x="798696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6" name=""/>
            <p:cNvSpPr/>
            <p:nvPr/>
          </p:nvSpPr>
          <p:spPr>
            <a:xfrm>
              <a:off x="7805880" y="2190600"/>
              <a:ext cx="1137600" cy="113760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67" name=""/>
          <p:cNvGrpSpPr/>
          <p:nvPr/>
        </p:nvGrpSpPr>
        <p:grpSpPr>
          <a:xfrm>
            <a:off x="8247600" y="1864800"/>
            <a:ext cx="1753200" cy="1645200"/>
            <a:chOff x="8247600" y="1864800"/>
            <a:chExt cx="1753200" cy="1645200"/>
          </a:xfrm>
        </p:grpSpPr>
        <p:sp>
          <p:nvSpPr>
            <p:cNvPr id="1468" name=""/>
            <p:cNvSpPr/>
            <p:nvPr/>
          </p:nvSpPr>
          <p:spPr>
            <a:xfrm>
              <a:off x="9505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9" name=""/>
            <p:cNvSpPr/>
            <p:nvPr/>
          </p:nvSpPr>
          <p:spPr>
            <a:xfrm>
              <a:off x="9473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0" name=""/>
            <p:cNvSpPr/>
            <p:nvPr/>
          </p:nvSpPr>
          <p:spPr>
            <a:xfrm>
              <a:off x="9411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1" name=""/>
            <p:cNvSpPr/>
            <p:nvPr/>
          </p:nvSpPr>
          <p:spPr>
            <a:xfrm flipV="1">
              <a:off x="9473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2" name=""/>
            <p:cNvSpPr/>
            <p:nvPr/>
          </p:nvSpPr>
          <p:spPr>
            <a:xfrm flipV="1">
              <a:off x="9390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3" name=""/>
            <p:cNvSpPr/>
            <p:nvPr/>
          </p:nvSpPr>
          <p:spPr>
            <a:xfrm flipV="1">
              <a:off x="9177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4" name=""/>
            <p:cNvSpPr/>
            <p:nvPr/>
          </p:nvSpPr>
          <p:spPr>
            <a:xfrm flipH="1" flipV="1">
              <a:off x="8910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5" name=""/>
            <p:cNvSpPr/>
            <p:nvPr/>
          </p:nvSpPr>
          <p:spPr>
            <a:xfrm flipV="1">
              <a:off x="9306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6" name=""/>
            <p:cNvSpPr/>
            <p:nvPr/>
          </p:nvSpPr>
          <p:spPr>
            <a:xfrm>
              <a:off x="9286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7" name=""/>
            <p:cNvSpPr/>
            <p:nvPr/>
          </p:nvSpPr>
          <p:spPr>
            <a:xfrm flipH="1">
              <a:off x="9009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8" name=""/>
            <p:cNvSpPr/>
            <p:nvPr/>
          </p:nvSpPr>
          <p:spPr>
            <a:xfrm flipH="1">
              <a:off x="8628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9" name=""/>
            <p:cNvSpPr/>
            <p:nvPr/>
          </p:nvSpPr>
          <p:spPr>
            <a:xfrm flipH="1">
              <a:off x="8414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0" name=""/>
            <p:cNvSpPr/>
            <p:nvPr/>
          </p:nvSpPr>
          <p:spPr>
            <a:xfrm flipH="1">
              <a:off x="8299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1" name=""/>
            <p:cNvSpPr/>
            <p:nvPr/>
          </p:nvSpPr>
          <p:spPr>
            <a:xfrm flipH="1" flipV="1">
              <a:off x="8331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2" name=""/>
            <p:cNvSpPr/>
            <p:nvPr/>
          </p:nvSpPr>
          <p:spPr>
            <a:xfrm flipH="1" flipV="1">
              <a:off x="8613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3" name=""/>
            <p:cNvSpPr/>
            <p:nvPr/>
          </p:nvSpPr>
          <p:spPr>
            <a:xfrm flipH="1" flipV="1">
              <a:off x="8247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4" name=""/>
            <p:cNvSpPr/>
            <p:nvPr/>
          </p:nvSpPr>
          <p:spPr>
            <a:xfrm>
              <a:off x="874296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85" name=""/>
          <p:cNvSpPr/>
          <p:nvPr/>
        </p:nvSpPr>
        <p:spPr>
          <a:xfrm>
            <a:off x="8521920" y="2190600"/>
            <a:ext cx="1137600" cy="1137600"/>
          </a:xfrm>
          <a:prstGeom prst="ellipse">
            <a:avLst/>
          </a:prstGeom>
          <a:gradFill rotWithShape="0">
            <a:gsLst>
              <a:gs pos="0">
                <a:srgbClr val="ff4000">
                  <a:alpha val="0"/>
                </a:srgbClr>
              </a:gs>
              <a:gs pos="100000">
                <a:srgbClr val="c9211e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"/>
          <p:cNvSpPr/>
          <p:nvPr/>
        </p:nvSpPr>
        <p:spPr>
          <a:xfrm>
            <a:off x="8915760" y="4737600"/>
            <a:ext cx="4647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"/>
          <p:cNvSpPr/>
          <p:nvPr/>
        </p:nvSpPr>
        <p:spPr>
          <a:xfrm>
            <a:off x="8215920" y="1101600"/>
            <a:ext cx="16099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µ              µ</a:t>
            </a:r>
            <a:r>
              <a:rPr b="0" lang="en-US" sz="13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λ</a:t>
            </a: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’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"/>
          <p:cNvSpPr/>
          <p:nvPr/>
        </p:nvSpPr>
        <p:spPr>
          <a:xfrm>
            <a:off x="5047200" y="1101600"/>
            <a:ext cx="11203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 mag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"/>
          <p:cNvSpPr/>
          <p:nvPr/>
        </p:nvSpPr>
        <p:spPr>
          <a:xfrm>
            <a:off x="5047200" y="756360"/>
            <a:ext cx="13489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 pc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"/>
          <p:cNvSpPr/>
          <p:nvPr/>
        </p:nvSpPr>
        <p:spPr>
          <a:xfrm>
            <a:off x="493200" y="4377600"/>
            <a:ext cx="93326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(Apparent magnitude)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=  A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(Extinction)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 µ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(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Modulus) 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  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(True Absolute)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"/>
          <p:cNvSpPr/>
          <p:nvPr/>
        </p:nvSpPr>
        <p:spPr>
          <a:xfrm>
            <a:off x="8362800" y="1208160"/>
            <a:ext cx="741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←δμ</a:t>
            </a:r>
            <a:r>
              <a:rPr b="0" lang="en-US" sz="13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→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"/>
          <p:cNvSpPr/>
          <p:nvPr/>
        </p:nvSpPr>
        <p:spPr>
          <a:xfrm>
            <a:off x="5274720" y="1850760"/>
            <a:ext cx="360" cy="2495520"/>
          </a:xfrm>
          <a:prstGeom prst="line">
            <a:avLst/>
          </a:prstGeom>
          <a:ln cap="rnd" w="18000">
            <a:solidFill>
              <a:srgbClr val="729fcf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"/>
          <p:cNvSpPr/>
          <p:nvPr/>
        </p:nvSpPr>
        <p:spPr>
          <a:xfrm>
            <a:off x="5383080" y="1850760"/>
            <a:ext cx="360" cy="2495520"/>
          </a:xfrm>
          <a:prstGeom prst="line">
            <a:avLst/>
          </a:prstGeom>
          <a:ln cap="rnd" w="18000">
            <a:solidFill>
              <a:srgbClr val="d4ea6b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4" name="" descr=""/>
          <p:cNvPicPr/>
          <p:nvPr/>
        </p:nvPicPr>
        <p:blipFill>
          <a:blip r:embed="rId3"/>
          <a:stretch/>
        </p:blipFill>
        <p:spPr>
          <a:xfrm>
            <a:off x="1726200" y="1329480"/>
            <a:ext cx="5193360" cy="317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FF1E1F8D-4C08-42BE-A332-CFBDDC60EEA3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"/>
          <p:cNvSpPr/>
          <p:nvPr/>
        </p:nvSpPr>
        <p:spPr>
          <a:xfrm>
            <a:off x="1751760" y="3299040"/>
            <a:ext cx="1420200" cy="12589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"/>
          <p:cNvSpPr/>
          <p:nvPr/>
        </p:nvSpPr>
        <p:spPr>
          <a:xfrm>
            <a:off x="3199680" y="950400"/>
            <a:ext cx="1451880" cy="125856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"/>
          <p:cNvSpPr/>
          <p:nvPr/>
        </p:nvSpPr>
        <p:spPr>
          <a:xfrm flipV="1">
            <a:off x="2407680" y="2208960"/>
            <a:ext cx="1419840" cy="1054080"/>
          </a:xfrm>
          <a:custGeom>
            <a:avLst/>
            <a:gdLst>
              <a:gd name="textAreaLeft" fmla="*/ 0 w 1419840"/>
              <a:gd name="textAreaRight" fmla="*/ 1420200 w 1419840"/>
              <a:gd name="textAreaTop" fmla="*/ 360 h 1054080"/>
              <a:gd name="textAreaBottom" fmla="*/ 1054800 h 10540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"/>
          <p:cNvSpPr/>
          <p:nvPr/>
        </p:nvSpPr>
        <p:spPr>
          <a:xfrm>
            <a:off x="4152960" y="3299040"/>
            <a:ext cx="1371240" cy="12589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9" name=""/>
          <p:cNvSpPr/>
          <p:nvPr/>
        </p:nvSpPr>
        <p:spPr>
          <a:xfrm flipH="1" flipV="1" rot="10500000">
            <a:off x="3893400" y="2208240"/>
            <a:ext cx="938160" cy="1081080"/>
          </a:xfrm>
          <a:custGeom>
            <a:avLst/>
            <a:gdLst>
              <a:gd name="textAreaLeft" fmla="*/ 360 w 938160"/>
              <a:gd name="textAreaRight" fmla="*/ 938880 w 938160"/>
              <a:gd name="textAreaTop" fmla="*/ -360 h 1081080"/>
              <a:gd name="textAreaBottom" fmla="*/ 1081080 h 10810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0" name=""/>
          <p:cNvSpPr/>
          <p:nvPr/>
        </p:nvSpPr>
        <p:spPr>
          <a:xfrm>
            <a:off x="6282000" y="3299040"/>
            <a:ext cx="1391760" cy="12589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A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"/>
          <p:cNvSpPr/>
          <p:nvPr/>
        </p:nvSpPr>
        <p:spPr>
          <a:xfrm>
            <a:off x="7120440" y="914400"/>
            <a:ext cx="1887120" cy="125892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"/>
          <p:cNvSpPr/>
          <p:nvPr/>
        </p:nvSpPr>
        <p:spPr>
          <a:xfrm flipH="1" flipV="1">
            <a:off x="4649760" y="2054160"/>
            <a:ext cx="2277720" cy="1236600"/>
          </a:xfrm>
          <a:custGeom>
            <a:avLst/>
            <a:gdLst>
              <a:gd name="textAreaLeft" fmla="*/ -360 w 2277720"/>
              <a:gd name="textAreaRight" fmla="*/ 2277720 w 2277720"/>
              <a:gd name="textAreaTop" fmla="*/ -360 h 1236600"/>
              <a:gd name="textAreaBottom" fmla="*/ 1236600 h 12366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"/>
          <p:cNvSpPr/>
          <p:nvPr/>
        </p:nvSpPr>
        <p:spPr>
          <a:xfrm flipV="1">
            <a:off x="4654800" y="1562760"/>
            <a:ext cx="950400" cy="11160"/>
          </a:xfrm>
          <a:custGeom>
            <a:avLst/>
            <a:gdLst>
              <a:gd name="textAreaLeft" fmla="*/ 0 w 950400"/>
              <a:gd name="textAreaRight" fmla="*/ 950760 w 950400"/>
              <a:gd name="textAreaTop" fmla="*/ -360 h 11160"/>
              <a:gd name="textAreaBottom" fmla="*/ 11160 h 11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3480" bIns="-334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"/>
          <p:cNvSpPr/>
          <p:nvPr/>
        </p:nvSpPr>
        <p:spPr>
          <a:xfrm>
            <a:off x="7207200" y="1037160"/>
            <a:ext cx="173268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True Absolute Magnitude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5" name=""/>
          <p:cNvSpPr/>
          <p:nvPr/>
        </p:nvSpPr>
        <p:spPr>
          <a:xfrm>
            <a:off x="4211280" y="3464640"/>
            <a:ext cx="12884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Distance Modulus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6" name=""/>
          <p:cNvSpPr/>
          <p:nvPr/>
        </p:nvSpPr>
        <p:spPr>
          <a:xfrm>
            <a:off x="3221280" y="1060920"/>
            <a:ext cx="141696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Absolute Magnitude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"/>
          <p:cNvSpPr/>
          <p:nvPr/>
        </p:nvSpPr>
        <p:spPr>
          <a:xfrm>
            <a:off x="1733400" y="3476880"/>
            <a:ext cx="144072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Apparent Magnitude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8" name=""/>
          <p:cNvSpPr/>
          <p:nvPr/>
        </p:nvSpPr>
        <p:spPr>
          <a:xfrm>
            <a:off x="6653880" y="3431520"/>
            <a:ext cx="77796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Extinction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"/>
          <p:cNvSpPr/>
          <p:nvPr/>
        </p:nvSpPr>
        <p:spPr>
          <a:xfrm>
            <a:off x="1742400" y="4692600"/>
            <a:ext cx="14565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Luminosity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"/>
          <p:cNvSpPr/>
          <p:nvPr/>
        </p:nvSpPr>
        <p:spPr>
          <a:xfrm>
            <a:off x="4296600" y="4669200"/>
            <a:ext cx="11883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Distance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"/>
          <p:cNvSpPr/>
          <p:nvPr/>
        </p:nvSpPr>
        <p:spPr>
          <a:xfrm>
            <a:off x="6425640" y="4656600"/>
            <a:ext cx="157392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Reddening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"/>
          <p:cNvSpPr/>
          <p:nvPr/>
        </p:nvSpPr>
        <p:spPr>
          <a:xfrm>
            <a:off x="1321920" y="5153400"/>
            <a:ext cx="6771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(Apparent magnitude)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-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µ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(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Modulus)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-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A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 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(Extinction)  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=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λ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   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(True Absolute)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 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14333136-851C-464F-8190-563191DF9A9E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Reddening-free Magnitude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"/>
          <p:cNvSpPr/>
          <p:nvPr/>
        </p:nvSpPr>
        <p:spPr>
          <a:xfrm>
            <a:off x="1828800" y="3183840"/>
            <a:ext cx="2624040" cy="136188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"/>
          <p:cNvSpPr/>
          <p:nvPr/>
        </p:nvSpPr>
        <p:spPr>
          <a:xfrm>
            <a:off x="5867280" y="3183840"/>
            <a:ext cx="2624040" cy="136188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"/>
          <p:cNvSpPr/>
          <p:nvPr/>
        </p:nvSpPr>
        <p:spPr>
          <a:xfrm>
            <a:off x="3791160" y="1094400"/>
            <a:ext cx="2624040" cy="136188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"/>
          <p:cNvSpPr/>
          <p:nvPr/>
        </p:nvSpPr>
        <p:spPr>
          <a:xfrm flipH="1">
            <a:off x="3032640" y="1670760"/>
            <a:ext cx="745560" cy="1615680"/>
          </a:xfrm>
          <a:custGeom>
            <a:avLst/>
            <a:gdLst>
              <a:gd name="textAreaLeft" fmla="*/ -360 w 745560"/>
              <a:gd name="textAreaRight" fmla="*/ 745560 w 745560"/>
              <a:gd name="textAreaTop" fmla="*/ 0 h 1615680"/>
              <a:gd name="textAreaBottom" fmla="*/ 1616040 h 16156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"/>
          <p:cNvSpPr/>
          <p:nvPr/>
        </p:nvSpPr>
        <p:spPr>
          <a:xfrm>
            <a:off x="6421320" y="1562760"/>
            <a:ext cx="652320" cy="1616040"/>
          </a:xfrm>
          <a:custGeom>
            <a:avLst/>
            <a:gdLst>
              <a:gd name="textAreaLeft" fmla="*/ 0 w 652320"/>
              <a:gd name="textAreaRight" fmla="*/ 652680 w 652320"/>
              <a:gd name="textAreaTop" fmla="*/ 0 h 1616040"/>
              <a:gd name="textAreaBottom" fmla="*/ 1616400 h 16160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9" name=""/>
          <p:cNvSpPr/>
          <p:nvPr/>
        </p:nvSpPr>
        <p:spPr>
          <a:xfrm>
            <a:off x="4458960" y="3867840"/>
            <a:ext cx="1403280" cy="360"/>
          </a:xfrm>
          <a:custGeom>
            <a:avLst/>
            <a:gdLst>
              <a:gd name="textAreaLeft" fmla="*/ 0 w 1403280"/>
              <a:gd name="textAreaRight" fmla="*/ 1403640 w 140328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6"/>
          </p:nvPr>
        </p:nvSpPr>
        <p:spPr/>
        <p:txBody>
          <a:bodyPr/>
          <a:p>
            <a:fld id="{0FE619D6-D25B-4966-8714-1B62EC05EADE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Reddening-free Magnitude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1" name="" descr=""/>
          <p:cNvPicPr/>
          <p:nvPr/>
        </p:nvPicPr>
        <p:blipFill>
          <a:blip r:embed="rId1"/>
          <a:stretch/>
        </p:blipFill>
        <p:spPr>
          <a:xfrm>
            <a:off x="59400" y="180000"/>
            <a:ext cx="7940160" cy="539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2" name=""/>
          <p:cNvSpPr/>
          <p:nvPr/>
        </p:nvSpPr>
        <p:spPr>
          <a:xfrm rot="16200000">
            <a:off x="3672360" y="1855440"/>
            <a:ext cx="93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Blue Band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"/>
          <p:cNvSpPr/>
          <p:nvPr/>
        </p:nvSpPr>
        <p:spPr>
          <a:xfrm rot="16200000">
            <a:off x="4046760" y="1725480"/>
            <a:ext cx="1054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Visual Band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"/>
          <p:cNvSpPr/>
          <p:nvPr/>
        </p:nvSpPr>
        <p:spPr>
          <a:xfrm>
            <a:off x="8157600" y="2948400"/>
            <a:ext cx="153828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V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/ E(B-V) = R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V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"/>
          <p:cNvSpPr/>
          <p:nvPr/>
        </p:nvSpPr>
        <p:spPr>
          <a:xfrm>
            <a:off x="8228520" y="2212200"/>
            <a:ext cx="1494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E(B-V) = 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"/>
          <p:cNvSpPr/>
          <p:nvPr/>
        </p:nvSpPr>
        <p:spPr>
          <a:xfrm>
            <a:off x="6701400" y="3272400"/>
            <a:ext cx="7034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=    +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"/>
          <p:cNvSpPr/>
          <p:nvPr/>
        </p:nvSpPr>
        <p:spPr>
          <a:xfrm>
            <a:off x="8228520" y="1924560"/>
            <a:ext cx="1494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E(B-V) = 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0"/>
          </p:nvPr>
        </p:nvSpPr>
        <p:spPr/>
        <p:txBody>
          <a:bodyPr/>
          <a:p>
            <a:fld id="{5E1DD628-E1C7-4562-B993-1FEB3FB0B5E0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Reddening-free Magnitude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6"/>
          </p:nvPr>
        </p:nvSpPr>
        <p:spPr/>
        <p:txBody>
          <a:bodyPr/>
          <a:p>
            <a:fld id="{F3A037B9-D7B6-428C-86A6-E7B9F32D5C9D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"/>
          <p:cNvSpPr/>
          <p:nvPr/>
        </p:nvSpPr>
        <p:spPr>
          <a:xfrm>
            <a:off x="450000" y="964800"/>
            <a:ext cx="370944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Galactic Cepheid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0" name="" descr=""/>
          <p:cNvPicPr/>
          <p:nvPr/>
        </p:nvPicPr>
        <p:blipFill>
          <a:blip r:embed="rId1"/>
          <a:stretch/>
        </p:blipFill>
        <p:spPr>
          <a:xfrm>
            <a:off x="5667120" y="807120"/>
            <a:ext cx="4359600" cy="23047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70"/>
          </p:nvPr>
        </p:nvSpPr>
        <p:spPr/>
        <p:txBody>
          <a:bodyPr/>
          <a:p>
            <a:fld id="{AE9762A5-AA4D-4A5F-B13D-7BAAA0834973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Galactic Cepheid Sample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02C23798-4758-4B0B-AD00-41B4536FE182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D541E5C7-1C1F-48AC-8690-E7889A4D555F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"/>
          <p:cNvSpPr/>
          <p:nvPr/>
        </p:nvSpPr>
        <p:spPr>
          <a:xfrm>
            <a:off x="3304080" y="1371960"/>
            <a:ext cx="3178080" cy="3197160"/>
          </a:xfrm>
          <a:custGeom>
            <a:avLst/>
            <a:gdLst>
              <a:gd name="textAreaLeft" fmla="*/ 0 w 3178080"/>
              <a:gd name="textAreaRight" fmla="*/ 3178440 w 3178080"/>
              <a:gd name="textAreaTop" fmla="*/ 0 h 3197160"/>
              <a:gd name="textAreaBottom" fmla="*/ 3197520 h 3197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"/>
          <p:cNvSpPr/>
          <p:nvPr/>
        </p:nvSpPr>
        <p:spPr>
          <a:xfrm>
            <a:off x="3612600" y="2714760"/>
            <a:ext cx="910440" cy="453240"/>
          </a:xfrm>
          <a:prstGeom prst="rect">
            <a:avLst/>
          </a:pr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logP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"/>
          <p:cNvSpPr/>
          <p:nvPr/>
        </p:nvSpPr>
        <p:spPr>
          <a:xfrm>
            <a:off x="4150800" y="3051360"/>
            <a:ext cx="1452240" cy="1403640"/>
          </a:xfrm>
          <a:custGeom>
            <a:avLst/>
            <a:gdLst>
              <a:gd name="textAreaLeft" fmla="*/ 0 w 1452240"/>
              <a:gd name="textAreaRight" fmla="*/ 1452600 w 1452240"/>
              <a:gd name="textAreaTop" fmla="*/ 0 h 1403640"/>
              <a:gd name="textAreaBottom" fmla="*/ 1404000 h 1403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(PL)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5" name=""/>
          <p:cNvSpPr/>
          <p:nvPr/>
        </p:nvSpPr>
        <p:spPr>
          <a:xfrm>
            <a:off x="4187160" y="1492920"/>
            <a:ext cx="1415880" cy="1406880"/>
          </a:xfrm>
          <a:custGeom>
            <a:avLst/>
            <a:gdLst>
              <a:gd name="textAreaLeft" fmla="*/ 0 w 1415880"/>
              <a:gd name="textAreaRight" fmla="*/ 1416240 w 1415880"/>
              <a:gd name="textAreaTop" fmla="*/ 0 h 1406880"/>
              <a:gd name="textAreaBottom" fmla="*/ 1407240 h 14068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PW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"/>
          <p:cNvSpPr/>
          <p:nvPr/>
        </p:nvSpPr>
        <p:spPr>
          <a:xfrm flipV="1">
            <a:off x="3612600" y="2239560"/>
            <a:ext cx="498600" cy="497520"/>
          </a:xfrm>
          <a:custGeom>
            <a:avLst/>
            <a:gdLst>
              <a:gd name="textAreaLeft" fmla="*/ 0 w 498600"/>
              <a:gd name="textAreaRight" fmla="*/ 498960 w 498600"/>
              <a:gd name="textAreaTop" fmla="*/ 360 h 497520"/>
              <a:gd name="textAreaBottom" fmla="*/ 498240 h 4975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"/>
          <p:cNvSpPr/>
          <p:nvPr/>
        </p:nvSpPr>
        <p:spPr>
          <a:xfrm>
            <a:off x="3612600" y="3171240"/>
            <a:ext cx="534960" cy="535680"/>
          </a:xfrm>
          <a:custGeom>
            <a:avLst/>
            <a:gdLst>
              <a:gd name="textAreaLeft" fmla="*/ 0 w 534960"/>
              <a:gd name="textAreaRight" fmla="*/ 535320 w 534960"/>
              <a:gd name="textAreaTop" fmla="*/ 0 h 535680"/>
              <a:gd name="textAreaBottom" fmla="*/ 536040 h 5356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"/>
          <p:cNvSpPr/>
          <p:nvPr/>
        </p:nvSpPr>
        <p:spPr>
          <a:xfrm>
            <a:off x="4968000" y="2265120"/>
            <a:ext cx="1415880" cy="1406880"/>
          </a:xfrm>
          <a:custGeom>
            <a:avLst/>
            <a:gdLst>
              <a:gd name="textAreaLeft" fmla="*/ 0 w 1415880"/>
              <a:gd name="textAreaRight" fmla="*/ 1416240 w 1415880"/>
              <a:gd name="textAreaTop" fmla="*/ 0 h 1406880"/>
              <a:gd name="textAreaBottom" fmla="*/ 1407240 h 14068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(Δ-Δ)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2190CFED-3AA2-4049-B31E-B1CFBB348C3A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Period Luminosity Relation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0" name="" descr=""/>
          <p:cNvPicPr/>
          <p:nvPr/>
        </p:nvPicPr>
        <p:blipFill>
          <a:blip r:embed="rId1"/>
          <a:stretch/>
        </p:blipFill>
        <p:spPr>
          <a:xfrm>
            <a:off x="51840" y="757800"/>
            <a:ext cx="3215880" cy="23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1" name="" descr=""/>
          <p:cNvPicPr/>
          <p:nvPr/>
        </p:nvPicPr>
        <p:blipFill>
          <a:blip r:embed="rId2"/>
          <a:stretch/>
        </p:blipFill>
        <p:spPr>
          <a:xfrm>
            <a:off x="6715080" y="725400"/>
            <a:ext cx="3248640" cy="238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2" name="" descr=""/>
          <p:cNvPicPr/>
          <p:nvPr/>
        </p:nvPicPr>
        <p:blipFill>
          <a:blip r:embed="rId3"/>
          <a:stretch/>
        </p:blipFill>
        <p:spPr>
          <a:xfrm>
            <a:off x="3429000" y="715680"/>
            <a:ext cx="3292920" cy="241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3" name="" descr=""/>
          <p:cNvPicPr/>
          <p:nvPr/>
        </p:nvPicPr>
        <p:blipFill>
          <a:blip r:embed="rId4"/>
          <a:stretch/>
        </p:blipFill>
        <p:spPr>
          <a:xfrm>
            <a:off x="64440" y="3135600"/>
            <a:ext cx="3199320" cy="234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4" name="" descr=""/>
          <p:cNvPicPr/>
          <p:nvPr/>
        </p:nvPicPr>
        <p:blipFill>
          <a:blip r:embed="rId5"/>
          <a:stretch/>
        </p:blipFill>
        <p:spPr>
          <a:xfrm>
            <a:off x="3425040" y="3148560"/>
            <a:ext cx="3279600" cy="240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5" name="" descr=""/>
          <p:cNvPicPr/>
          <p:nvPr/>
        </p:nvPicPr>
        <p:blipFill>
          <a:blip r:embed="rId6"/>
          <a:stretch/>
        </p:blipFill>
        <p:spPr>
          <a:xfrm>
            <a:off x="6726600" y="3174840"/>
            <a:ext cx="3243600" cy="237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6" name="PlaceHolder 2"/>
          <p:cNvSpPr>
            <a:spLocks noGrp="1"/>
          </p:cNvSpPr>
          <p:nvPr>
            <p:ph type="title"/>
          </p:nvPr>
        </p:nvSpPr>
        <p:spPr>
          <a:xfrm>
            <a:off x="360000" y="18828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Period-Luminosity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5351A83D-EE93-4259-B3AF-326B902A744E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"/>
          <p:cNvSpPr/>
          <p:nvPr/>
        </p:nvSpPr>
        <p:spPr>
          <a:xfrm>
            <a:off x="6593400" y="792360"/>
            <a:ext cx="3448080" cy="2451960"/>
          </a:xfrm>
          <a:custGeom>
            <a:avLst/>
            <a:gdLst>
              <a:gd name="textAreaLeft" fmla="*/ 0 w 3448080"/>
              <a:gd name="textAreaRight" fmla="*/ 3448440 w 3448080"/>
              <a:gd name="textAreaTop" fmla="*/ 0 h 2451960"/>
              <a:gd name="textAreaBottom" fmla="*/ 2452320 h 2451960"/>
            </a:gdLst>
            <a:ahLst/>
            <a:cxnLst/>
            <a:rect l="textAreaLeft" t="textAreaTop" r="textAreaRight" b="textAreaBottom"/>
            <a:pathLst>
              <a:path w="30362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6762" y="21600"/>
                </a:lnTo>
                <a:arcTo wR="5162" hR="3600" stAng="5400000" swAng="5400000"/>
                <a:lnTo>
                  <a:pt x="21600" y="3600"/>
                </a:lnTo>
                <a:arcTo wR="5162" hR="3600" stAng="10800000" swAng="5400000"/>
                <a:close/>
              </a:path>
            </a:pathLst>
          </a:custGeom>
          <a:solidFill>
            <a:srgbClr val="81ac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"/>
          <p:cNvSpPr/>
          <p:nvPr/>
        </p:nvSpPr>
        <p:spPr>
          <a:xfrm flipV="1">
            <a:off x="8510400" y="1420560"/>
            <a:ext cx="1149480" cy="158760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"/>
          <p:cNvSpPr/>
          <p:nvPr/>
        </p:nvSpPr>
        <p:spPr>
          <a:xfrm flipV="1">
            <a:off x="8321760" y="1608840"/>
            <a:ext cx="1353240" cy="137160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"/>
          <p:cNvSpPr/>
          <p:nvPr/>
        </p:nvSpPr>
        <p:spPr>
          <a:xfrm flipV="1">
            <a:off x="8321760" y="1744560"/>
            <a:ext cx="1338120" cy="105660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1" name=""/>
          <p:cNvSpPr/>
          <p:nvPr/>
        </p:nvSpPr>
        <p:spPr>
          <a:xfrm flipV="1">
            <a:off x="8276040" y="1812600"/>
            <a:ext cx="1388520" cy="87120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"/>
          <p:cNvSpPr/>
          <p:nvPr/>
        </p:nvSpPr>
        <p:spPr>
          <a:xfrm flipV="1">
            <a:off x="8407800" y="1552320"/>
            <a:ext cx="1252080" cy="143964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"/>
          <p:cNvSpPr/>
          <p:nvPr/>
        </p:nvSpPr>
        <p:spPr>
          <a:xfrm flipV="1">
            <a:off x="8276040" y="1880640"/>
            <a:ext cx="1398960" cy="70416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"/>
          <p:cNvSpPr/>
          <p:nvPr/>
        </p:nvSpPr>
        <p:spPr>
          <a:xfrm>
            <a:off x="8278200" y="1105560"/>
            <a:ext cx="1512360" cy="1946160"/>
          </a:xfrm>
          <a:custGeom>
            <a:avLst/>
            <a:gdLst>
              <a:gd name="textAreaLeft" fmla="*/ 0 w 1512360"/>
              <a:gd name="textAreaRight" fmla="*/ 1512720 w 1512360"/>
              <a:gd name="textAreaTop" fmla="*/ 0 h 1946160"/>
              <a:gd name="textAreaBottom" fmla="*/ 1946520 h 194616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"/>
          <p:cNvSpPr/>
          <p:nvPr/>
        </p:nvSpPr>
        <p:spPr>
          <a:xfrm>
            <a:off x="8238600" y="2159280"/>
            <a:ext cx="10944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6" name=""/>
          <p:cNvSpPr/>
          <p:nvPr/>
        </p:nvSpPr>
        <p:spPr>
          <a:xfrm>
            <a:off x="9129960" y="2986920"/>
            <a:ext cx="360" cy="10584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7" name=""/>
          <p:cNvSpPr/>
          <p:nvPr/>
        </p:nvSpPr>
        <p:spPr>
          <a:xfrm>
            <a:off x="8311680" y="2011320"/>
            <a:ext cx="5284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ΔM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"/>
          <p:cNvSpPr/>
          <p:nvPr/>
        </p:nvSpPr>
        <p:spPr>
          <a:xfrm>
            <a:off x="8939880" y="2659320"/>
            <a:ext cx="77868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"/>
          <p:cNvSpPr/>
          <p:nvPr/>
        </p:nvSpPr>
        <p:spPr>
          <a:xfrm>
            <a:off x="9625680" y="1275120"/>
            <a:ext cx="16992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9640" bIns="8964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"/>
          <p:cNvSpPr/>
          <p:nvPr/>
        </p:nvSpPr>
        <p:spPr>
          <a:xfrm>
            <a:off x="9625680" y="1420200"/>
            <a:ext cx="16992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9280" bIns="892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V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"/>
          <p:cNvSpPr/>
          <p:nvPr/>
        </p:nvSpPr>
        <p:spPr>
          <a:xfrm>
            <a:off x="9679680" y="1538640"/>
            <a:ext cx="13032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9280" bIns="892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I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"/>
          <p:cNvSpPr/>
          <p:nvPr/>
        </p:nvSpPr>
        <p:spPr>
          <a:xfrm>
            <a:off x="9659160" y="1647720"/>
            <a:ext cx="1533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9280" bIns="892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J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"/>
          <p:cNvSpPr/>
          <p:nvPr/>
        </p:nvSpPr>
        <p:spPr>
          <a:xfrm>
            <a:off x="9626040" y="1770120"/>
            <a:ext cx="17532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9280" bIns="892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"/>
          <p:cNvSpPr/>
          <p:nvPr/>
        </p:nvSpPr>
        <p:spPr>
          <a:xfrm>
            <a:off x="9626040" y="1892520"/>
            <a:ext cx="169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9280" bIns="892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K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5" name=""/>
          <p:cNvSpPr/>
          <p:nvPr/>
        </p:nvSpPr>
        <p:spPr>
          <a:xfrm flipV="1">
            <a:off x="6705720" y="1855800"/>
            <a:ext cx="1400760" cy="72972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6" name=""/>
          <p:cNvSpPr/>
          <p:nvPr/>
        </p:nvSpPr>
        <p:spPr>
          <a:xfrm>
            <a:off x="6714000" y="1105560"/>
            <a:ext cx="1476360" cy="1933560"/>
          </a:xfrm>
          <a:custGeom>
            <a:avLst/>
            <a:gdLst>
              <a:gd name="textAreaLeft" fmla="*/ 0 w 1476360"/>
              <a:gd name="textAreaRight" fmla="*/ 1476720 w 1476360"/>
              <a:gd name="textAreaTop" fmla="*/ 0 h 1933560"/>
              <a:gd name="textAreaBottom" fmla="*/ 1933920 h 193356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"/>
          <p:cNvSpPr/>
          <p:nvPr/>
        </p:nvSpPr>
        <p:spPr>
          <a:xfrm>
            <a:off x="7469640" y="1683720"/>
            <a:ext cx="133200" cy="1328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" bIns="21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8" name=""/>
          <p:cNvSpPr/>
          <p:nvPr/>
        </p:nvSpPr>
        <p:spPr>
          <a:xfrm flipV="1">
            <a:off x="7535160" y="1834200"/>
            <a:ext cx="360" cy="27288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"/>
          <p:cNvSpPr/>
          <p:nvPr/>
        </p:nvSpPr>
        <p:spPr>
          <a:xfrm>
            <a:off x="6721920" y="2032200"/>
            <a:ext cx="5151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"/>
          <p:cNvSpPr/>
          <p:nvPr/>
        </p:nvSpPr>
        <p:spPr>
          <a:xfrm>
            <a:off x="7348680" y="2647800"/>
            <a:ext cx="6987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"/>
          <p:cNvSpPr/>
          <p:nvPr/>
        </p:nvSpPr>
        <p:spPr>
          <a:xfrm>
            <a:off x="7513920" y="1774440"/>
            <a:ext cx="58932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δA</a:t>
            </a:r>
            <a:r>
              <a:rPr b="0" lang="en-US" sz="105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"/>
          <p:cNvSpPr/>
          <p:nvPr/>
        </p:nvSpPr>
        <p:spPr>
          <a:xfrm rot="20098800">
            <a:off x="7557120" y="1927800"/>
            <a:ext cx="741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5960" bIns="75960" anchor="t">
            <a:noAutofit/>
          </a:bodyPr>
          <a:p>
            <a:pPr>
              <a:lnSpc>
                <a:spcPct val="100000"/>
              </a:lnSpc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Slope = α</a:t>
            </a:r>
            <a:r>
              <a:rPr b="0" lang="en-US" sz="9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"/>
          <p:cNvSpPr/>
          <p:nvPr/>
        </p:nvSpPr>
        <p:spPr>
          <a:xfrm>
            <a:off x="7521840" y="3003480"/>
            <a:ext cx="360" cy="10944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"/>
          <p:cNvSpPr/>
          <p:nvPr/>
        </p:nvSpPr>
        <p:spPr>
          <a:xfrm>
            <a:off x="6665400" y="2184480"/>
            <a:ext cx="10944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5" name=""/>
          <p:cNvSpPr/>
          <p:nvPr/>
        </p:nvSpPr>
        <p:spPr>
          <a:xfrm>
            <a:off x="7554600" y="792360"/>
            <a:ext cx="1899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trike="noStrike" u="sng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From all Cepheids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C8F2AC69-CE03-463C-8929-29FD400801AC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"/>
          <p:cNvSpPr/>
          <p:nvPr/>
        </p:nvSpPr>
        <p:spPr>
          <a:xfrm flipV="1">
            <a:off x="6844320" y="2358720"/>
            <a:ext cx="2347200" cy="122256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"/>
          <p:cNvSpPr/>
          <p:nvPr/>
        </p:nvSpPr>
        <p:spPr>
          <a:xfrm>
            <a:off x="6867720" y="1560240"/>
            <a:ext cx="2739240" cy="2739240"/>
          </a:xfrm>
          <a:custGeom>
            <a:avLst/>
            <a:gdLst>
              <a:gd name="textAreaLeft" fmla="*/ 0 w 2739240"/>
              <a:gd name="textAreaRight" fmla="*/ 2739600 w 2739240"/>
              <a:gd name="textAreaTop" fmla="*/ 0 h 2739240"/>
              <a:gd name="textAreaBottom" fmla="*/ 2739600 h 273924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8" name=""/>
          <p:cNvSpPr/>
          <p:nvPr/>
        </p:nvSpPr>
        <p:spPr>
          <a:xfrm>
            <a:off x="7212240" y="2934360"/>
            <a:ext cx="224640" cy="2246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"/>
          <p:cNvSpPr/>
          <p:nvPr/>
        </p:nvSpPr>
        <p:spPr>
          <a:xfrm>
            <a:off x="9096840" y="2610360"/>
            <a:ext cx="224640" cy="2246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"/>
          <p:cNvSpPr/>
          <p:nvPr/>
        </p:nvSpPr>
        <p:spPr>
          <a:xfrm>
            <a:off x="8124840" y="2070360"/>
            <a:ext cx="224640" cy="2246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1" name=""/>
          <p:cNvSpPr/>
          <p:nvPr/>
        </p:nvSpPr>
        <p:spPr>
          <a:xfrm flipV="1">
            <a:off x="8234640" y="2322360"/>
            <a:ext cx="360" cy="45720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"/>
          <p:cNvSpPr/>
          <p:nvPr/>
        </p:nvSpPr>
        <p:spPr>
          <a:xfrm>
            <a:off x="8206560" y="2346120"/>
            <a:ext cx="627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5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F8B454D0-C58D-4E80-87AA-C56368F03169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"/>
          <p:cNvSpPr/>
          <p:nvPr/>
        </p:nvSpPr>
        <p:spPr>
          <a:xfrm flipV="1">
            <a:off x="6839280" y="2358360"/>
            <a:ext cx="2347200" cy="122256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4" name=""/>
          <p:cNvSpPr/>
          <p:nvPr/>
        </p:nvSpPr>
        <p:spPr>
          <a:xfrm>
            <a:off x="6862680" y="1559880"/>
            <a:ext cx="2739240" cy="2739240"/>
          </a:xfrm>
          <a:custGeom>
            <a:avLst/>
            <a:gdLst>
              <a:gd name="textAreaLeft" fmla="*/ 0 w 2739240"/>
              <a:gd name="textAreaRight" fmla="*/ 2739600 w 2739240"/>
              <a:gd name="textAreaTop" fmla="*/ 0 h 2739240"/>
              <a:gd name="textAreaBottom" fmla="*/ 2739600 h 273924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"/>
          <p:cNvSpPr/>
          <p:nvPr/>
        </p:nvSpPr>
        <p:spPr>
          <a:xfrm>
            <a:off x="8119800" y="2070000"/>
            <a:ext cx="224640" cy="2246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6" name=""/>
          <p:cNvSpPr/>
          <p:nvPr/>
        </p:nvSpPr>
        <p:spPr>
          <a:xfrm flipV="1">
            <a:off x="8229600" y="2322000"/>
            <a:ext cx="360" cy="45720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7" name=""/>
          <p:cNvSpPr/>
          <p:nvPr/>
        </p:nvSpPr>
        <p:spPr>
          <a:xfrm>
            <a:off x="6231600" y="2729520"/>
            <a:ext cx="8290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"/>
          <p:cNvSpPr/>
          <p:nvPr/>
        </p:nvSpPr>
        <p:spPr>
          <a:xfrm>
            <a:off x="7988400" y="4385520"/>
            <a:ext cx="7542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"/>
          <p:cNvSpPr/>
          <p:nvPr/>
        </p:nvSpPr>
        <p:spPr>
          <a:xfrm>
            <a:off x="2057400" y="2463840"/>
            <a:ext cx="2409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= Δm – α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(ΔW)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0" name=""/>
          <p:cNvSpPr/>
          <p:nvPr/>
        </p:nvSpPr>
        <p:spPr>
          <a:xfrm>
            <a:off x="361800" y="1613520"/>
            <a:ext cx="52988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Possible correction in extinction for given modulus: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1" name=""/>
          <p:cNvSpPr/>
          <p:nvPr/>
        </p:nvSpPr>
        <p:spPr>
          <a:xfrm>
            <a:off x="8193960" y="2350080"/>
            <a:ext cx="522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2" name=""/>
          <p:cNvSpPr/>
          <p:nvPr/>
        </p:nvSpPr>
        <p:spPr>
          <a:xfrm>
            <a:off x="675000" y="3535200"/>
            <a:ext cx="46908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What if distance modulus require correction?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3" name=""/>
          <p:cNvSpPr/>
          <p:nvPr/>
        </p:nvSpPr>
        <p:spPr>
          <a:xfrm rot="20100000">
            <a:off x="8689680" y="2331720"/>
            <a:ext cx="11692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Slope = α</a:t>
            </a:r>
            <a:r>
              <a:rPr b="0" lang="en-US" sz="12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"/>
          <p:cNvSpPr/>
          <p:nvPr/>
        </p:nvSpPr>
        <p:spPr>
          <a:xfrm>
            <a:off x="8267400" y="4221000"/>
            <a:ext cx="360" cy="1836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"/>
          <p:cNvSpPr/>
          <p:nvPr/>
        </p:nvSpPr>
        <p:spPr>
          <a:xfrm>
            <a:off x="6771600" y="2908800"/>
            <a:ext cx="1836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E0ABC306-063A-4455-BC47-BD4F226ADDB3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"/>
          <p:cNvSpPr/>
          <p:nvPr/>
        </p:nvSpPr>
        <p:spPr>
          <a:xfrm flipV="1">
            <a:off x="6839280" y="2358360"/>
            <a:ext cx="2347200" cy="122256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"/>
          <p:cNvSpPr/>
          <p:nvPr/>
        </p:nvSpPr>
        <p:spPr>
          <a:xfrm>
            <a:off x="6862680" y="1559880"/>
            <a:ext cx="2739240" cy="2739240"/>
          </a:xfrm>
          <a:custGeom>
            <a:avLst/>
            <a:gdLst>
              <a:gd name="textAreaLeft" fmla="*/ 0 w 2739240"/>
              <a:gd name="textAreaRight" fmla="*/ 2739600 w 2739240"/>
              <a:gd name="textAreaTop" fmla="*/ 0 h 2739240"/>
              <a:gd name="textAreaBottom" fmla="*/ 2739600 h 273924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8" name=""/>
          <p:cNvSpPr/>
          <p:nvPr/>
        </p:nvSpPr>
        <p:spPr>
          <a:xfrm>
            <a:off x="8119800" y="2070000"/>
            <a:ext cx="224640" cy="2246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9" name=""/>
          <p:cNvSpPr/>
          <p:nvPr/>
        </p:nvSpPr>
        <p:spPr>
          <a:xfrm flipV="1">
            <a:off x="6839280" y="914400"/>
            <a:ext cx="2990520" cy="2392200"/>
          </a:xfrm>
          <a:prstGeom prst="line">
            <a:avLst/>
          </a:prstGeom>
          <a:ln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"/>
          <p:cNvSpPr/>
          <p:nvPr/>
        </p:nvSpPr>
        <p:spPr>
          <a:xfrm rot="19200000">
            <a:off x="9149400" y="1153080"/>
            <a:ext cx="827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Slope = 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"/>
          <p:cNvSpPr/>
          <p:nvPr/>
        </p:nvSpPr>
        <p:spPr>
          <a:xfrm>
            <a:off x="7121520" y="4399920"/>
            <a:ext cx="229968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Deviation from PW relation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2" name=""/>
          <p:cNvSpPr/>
          <p:nvPr/>
        </p:nvSpPr>
        <p:spPr>
          <a:xfrm rot="16200000">
            <a:off x="5496840" y="2885760"/>
            <a:ext cx="222516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Deviation from PL relation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3" name=""/>
          <p:cNvSpPr/>
          <p:nvPr/>
        </p:nvSpPr>
        <p:spPr>
          <a:xfrm>
            <a:off x="313200" y="1284840"/>
            <a:ext cx="53294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Let there is δμ correction required in modulus, then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4" name=""/>
          <p:cNvSpPr/>
          <p:nvPr/>
        </p:nvSpPr>
        <p:spPr>
          <a:xfrm>
            <a:off x="1035000" y="2531880"/>
            <a:ext cx="29718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 = M + R</a:t>
            </a:r>
            <a:r>
              <a:rPr b="0" lang="en-US" sz="16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(B - V) + µ + δμ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5" name=""/>
          <p:cNvSpPr/>
          <p:nvPr/>
        </p:nvSpPr>
        <p:spPr>
          <a:xfrm>
            <a:off x="1054080" y="1940400"/>
            <a:ext cx="27838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 = M</a:t>
            </a:r>
            <a:r>
              <a:rPr b="0" lang="en-US" sz="16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+ µ + δμ + A</a:t>
            </a:r>
            <a:r>
              <a:rPr b="0" lang="en-US" sz="16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 +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6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"/>
          <p:cNvSpPr/>
          <p:nvPr/>
        </p:nvSpPr>
        <p:spPr>
          <a:xfrm>
            <a:off x="367920" y="4581000"/>
            <a:ext cx="67986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Implies, star will shift in the line of slope 1 for modulus adjustment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7" name=""/>
          <p:cNvSpPr/>
          <p:nvPr/>
        </p:nvSpPr>
        <p:spPr>
          <a:xfrm>
            <a:off x="7579800" y="2502000"/>
            <a:ext cx="224640" cy="2246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8" name=""/>
          <p:cNvSpPr/>
          <p:nvPr/>
        </p:nvSpPr>
        <p:spPr>
          <a:xfrm>
            <a:off x="8515800" y="1746000"/>
            <a:ext cx="224640" cy="2246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"/>
          <p:cNvSpPr/>
          <p:nvPr/>
        </p:nvSpPr>
        <p:spPr>
          <a:xfrm>
            <a:off x="8911800" y="1458000"/>
            <a:ext cx="224640" cy="2246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"/>
          <p:cNvSpPr/>
          <p:nvPr/>
        </p:nvSpPr>
        <p:spPr>
          <a:xfrm>
            <a:off x="7183800" y="2826000"/>
            <a:ext cx="224640" cy="2246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1" name=""/>
          <p:cNvSpPr/>
          <p:nvPr/>
        </p:nvSpPr>
        <p:spPr>
          <a:xfrm>
            <a:off x="7754400" y="4080240"/>
            <a:ext cx="511200" cy="3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2" name=""/>
          <p:cNvSpPr/>
          <p:nvPr/>
        </p:nvSpPr>
        <p:spPr>
          <a:xfrm>
            <a:off x="8330400" y="4080240"/>
            <a:ext cx="511200" cy="3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3" name=""/>
          <p:cNvSpPr/>
          <p:nvPr/>
        </p:nvSpPr>
        <p:spPr>
          <a:xfrm>
            <a:off x="7338600" y="4188240"/>
            <a:ext cx="914400" cy="3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4" name=""/>
          <p:cNvSpPr/>
          <p:nvPr/>
        </p:nvSpPr>
        <p:spPr>
          <a:xfrm>
            <a:off x="8310600" y="3936240"/>
            <a:ext cx="797400" cy="3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"/>
          <p:cNvSpPr/>
          <p:nvPr/>
        </p:nvSpPr>
        <p:spPr>
          <a:xfrm>
            <a:off x="6937920" y="4006800"/>
            <a:ext cx="4388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6" name=""/>
          <p:cNvSpPr/>
          <p:nvPr/>
        </p:nvSpPr>
        <p:spPr>
          <a:xfrm>
            <a:off x="7549920" y="3791160"/>
            <a:ext cx="4388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7" name=""/>
          <p:cNvSpPr/>
          <p:nvPr/>
        </p:nvSpPr>
        <p:spPr>
          <a:xfrm>
            <a:off x="8773920" y="3971520"/>
            <a:ext cx="4388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"/>
          <p:cNvSpPr/>
          <p:nvPr/>
        </p:nvSpPr>
        <p:spPr>
          <a:xfrm>
            <a:off x="8917920" y="3647880"/>
            <a:ext cx="4388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"/>
          <p:cNvSpPr/>
          <p:nvPr/>
        </p:nvSpPr>
        <p:spPr>
          <a:xfrm>
            <a:off x="385200" y="3474000"/>
            <a:ext cx="5939640" cy="5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Apparent mag is sensitive to reddening and modulus, however, Wesenheit mag is sensitive to modulus only.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0" name=""/>
          <p:cNvSpPr/>
          <p:nvPr/>
        </p:nvSpPr>
        <p:spPr>
          <a:xfrm>
            <a:off x="8267400" y="4221000"/>
            <a:ext cx="360" cy="1836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"/>
          <p:cNvSpPr/>
          <p:nvPr/>
        </p:nvSpPr>
        <p:spPr>
          <a:xfrm>
            <a:off x="6771600" y="2908800"/>
            <a:ext cx="1836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"/>
          <p:cNvSpPr/>
          <p:nvPr/>
        </p:nvSpPr>
        <p:spPr>
          <a:xfrm rot="20100000">
            <a:off x="8994240" y="2172600"/>
            <a:ext cx="1266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Slope = α</a:t>
            </a:r>
            <a:r>
              <a:rPr b="0" lang="en-US" sz="12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3" name=""/>
          <p:cNvSpPr/>
          <p:nvPr/>
        </p:nvSpPr>
        <p:spPr>
          <a:xfrm flipV="1">
            <a:off x="7171920" y="2106720"/>
            <a:ext cx="926280" cy="72000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"/>
          <p:cNvSpPr/>
          <p:nvPr/>
        </p:nvSpPr>
        <p:spPr>
          <a:xfrm flipV="1">
            <a:off x="8170200" y="1465560"/>
            <a:ext cx="758880" cy="6051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"/>
          <p:cNvSpPr/>
          <p:nvPr/>
        </p:nvSpPr>
        <p:spPr>
          <a:xfrm>
            <a:off x="7094520" y="2351520"/>
            <a:ext cx="4845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"/>
          <p:cNvSpPr/>
          <p:nvPr/>
        </p:nvSpPr>
        <p:spPr>
          <a:xfrm>
            <a:off x="7528320" y="1919880"/>
            <a:ext cx="4388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7" name=""/>
          <p:cNvSpPr/>
          <p:nvPr/>
        </p:nvSpPr>
        <p:spPr>
          <a:xfrm>
            <a:off x="8032320" y="1488240"/>
            <a:ext cx="4388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8" name=""/>
          <p:cNvSpPr/>
          <p:nvPr/>
        </p:nvSpPr>
        <p:spPr>
          <a:xfrm>
            <a:off x="8680320" y="1200600"/>
            <a:ext cx="4388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4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9" name=""/>
          <p:cNvSpPr/>
          <p:nvPr/>
        </p:nvSpPr>
        <p:spPr>
          <a:xfrm flipV="1">
            <a:off x="8128080" y="1544400"/>
            <a:ext cx="459720" cy="3855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"/>
          <p:cNvSpPr/>
          <p:nvPr/>
        </p:nvSpPr>
        <p:spPr>
          <a:xfrm flipV="1">
            <a:off x="7588440" y="1976400"/>
            <a:ext cx="459720" cy="3855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1" name=""/>
          <p:cNvSpPr/>
          <p:nvPr/>
        </p:nvSpPr>
        <p:spPr>
          <a:xfrm flipV="1">
            <a:off x="8265960" y="2322000"/>
            <a:ext cx="360" cy="45720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2" name=""/>
          <p:cNvSpPr/>
          <p:nvPr/>
        </p:nvSpPr>
        <p:spPr>
          <a:xfrm flipV="1">
            <a:off x="7689960" y="2754720"/>
            <a:ext cx="360" cy="27648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3" name=""/>
          <p:cNvSpPr/>
          <p:nvPr/>
        </p:nvSpPr>
        <p:spPr>
          <a:xfrm flipV="1">
            <a:off x="7293960" y="3078720"/>
            <a:ext cx="360" cy="26388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4" name=""/>
          <p:cNvSpPr/>
          <p:nvPr/>
        </p:nvSpPr>
        <p:spPr>
          <a:xfrm flipV="1">
            <a:off x="8662320" y="1971360"/>
            <a:ext cx="24480" cy="59184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5" name=""/>
          <p:cNvSpPr/>
          <p:nvPr/>
        </p:nvSpPr>
        <p:spPr>
          <a:xfrm flipV="1">
            <a:off x="9022320" y="1719360"/>
            <a:ext cx="24480" cy="66384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B8282567-95B8-4ECE-A680-5DCECFA5A13D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"/>
          <p:cNvSpPr/>
          <p:nvPr/>
        </p:nvSpPr>
        <p:spPr>
          <a:xfrm flipV="1">
            <a:off x="7647840" y="2025720"/>
            <a:ext cx="1658520" cy="234828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7" name=""/>
          <p:cNvSpPr/>
          <p:nvPr/>
        </p:nvSpPr>
        <p:spPr>
          <a:xfrm flipV="1">
            <a:off x="7376040" y="2304360"/>
            <a:ext cx="1951920" cy="202860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8" name=""/>
          <p:cNvSpPr/>
          <p:nvPr/>
        </p:nvSpPr>
        <p:spPr>
          <a:xfrm flipV="1">
            <a:off x="7376040" y="2505240"/>
            <a:ext cx="1929960" cy="156240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"/>
          <p:cNvSpPr/>
          <p:nvPr/>
        </p:nvSpPr>
        <p:spPr>
          <a:xfrm flipV="1">
            <a:off x="7309800" y="2605680"/>
            <a:ext cx="2003400" cy="128844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0" name=""/>
          <p:cNvSpPr/>
          <p:nvPr/>
        </p:nvSpPr>
        <p:spPr>
          <a:xfrm flipV="1">
            <a:off x="7499520" y="2220480"/>
            <a:ext cx="1806840" cy="212940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1" name=""/>
          <p:cNvSpPr/>
          <p:nvPr/>
        </p:nvSpPr>
        <p:spPr>
          <a:xfrm flipV="1">
            <a:off x="7309800" y="2706120"/>
            <a:ext cx="2018160" cy="104184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"/>
          <p:cNvSpPr/>
          <p:nvPr/>
        </p:nvSpPr>
        <p:spPr>
          <a:xfrm>
            <a:off x="7313040" y="1559880"/>
            <a:ext cx="2183040" cy="2880000"/>
          </a:xfrm>
          <a:custGeom>
            <a:avLst/>
            <a:gdLst>
              <a:gd name="textAreaLeft" fmla="*/ 0 w 2183040"/>
              <a:gd name="textAreaRight" fmla="*/ 2183400 w 2183040"/>
              <a:gd name="textAreaTop" fmla="*/ 0 h 2880000"/>
              <a:gd name="textAreaBottom" fmla="*/ 2880360 h 288000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"/>
          <p:cNvSpPr/>
          <p:nvPr/>
        </p:nvSpPr>
        <p:spPr>
          <a:xfrm>
            <a:off x="7255800" y="3118320"/>
            <a:ext cx="1576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4" name=""/>
          <p:cNvSpPr/>
          <p:nvPr/>
        </p:nvSpPr>
        <p:spPr>
          <a:xfrm>
            <a:off x="8541720" y="4342680"/>
            <a:ext cx="360" cy="1566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"/>
          <p:cNvSpPr/>
          <p:nvPr/>
        </p:nvSpPr>
        <p:spPr>
          <a:xfrm>
            <a:off x="7361280" y="2899440"/>
            <a:ext cx="76392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ΔM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"/>
          <p:cNvSpPr/>
          <p:nvPr/>
        </p:nvSpPr>
        <p:spPr>
          <a:xfrm>
            <a:off x="8267400" y="3858120"/>
            <a:ext cx="112464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7" name=""/>
          <p:cNvSpPr/>
          <p:nvPr/>
        </p:nvSpPr>
        <p:spPr>
          <a:xfrm>
            <a:off x="9256680" y="1810800"/>
            <a:ext cx="2466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8" name=""/>
          <p:cNvSpPr/>
          <p:nvPr/>
        </p:nvSpPr>
        <p:spPr>
          <a:xfrm>
            <a:off x="9256680" y="2025360"/>
            <a:ext cx="2466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V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9" name=""/>
          <p:cNvSpPr/>
          <p:nvPr/>
        </p:nvSpPr>
        <p:spPr>
          <a:xfrm>
            <a:off x="9334800" y="2200320"/>
            <a:ext cx="1893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I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0" name=""/>
          <p:cNvSpPr/>
          <p:nvPr/>
        </p:nvSpPr>
        <p:spPr>
          <a:xfrm>
            <a:off x="9304920" y="2361960"/>
            <a:ext cx="2228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J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"/>
          <p:cNvSpPr/>
          <p:nvPr/>
        </p:nvSpPr>
        <p:spPr>
          <a:xfrm>
            <a:off x="9257400" y="2542680"/>
            <a:ext cx="2541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2" name=""/>
          <p:cNvSpPr/>
          <p:nvPr/>
        </p:nvSpPr>
        <p:spPr>
          <a:xfrm>
            <a:off x="9257400" y="2723760"/>
            <a:ext cx="2458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K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151280D4-ECC3-4C4F-BDE7-2538FBC653AB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"/>
          <p:cNvSpPr/>
          <p:nvPr/>
        </p:nvSpPr>
        <p:spPr>
          <a:xfrm>
            <a:off x="6557400" y="2311560"/>
            <a:ext cx="3448080" cy="2655360"/>
          </a:xfrm>
          <a:custGeom>
            <a:avLst/>
            <a:gdLst>
              <a:gd name="textAreaLeft" fmla="*/ 0 w 3448080"/>
              <a:gd name="textAreaRight" fmla="*/ 3448440 w 3448080"/>
              <a:gd name="textAreaTop" fmla="*/ 0 h 2655360"/>
              <a:gd name="textAreaBottom" fmla="*/ 2655720 h 2655360"/>
            </a:gdLst>
            <a:ahLst/>
            <a:cxnLst/>
            <a:rect l="textAreaLeft" t="textAreaTop" r="textAreaRight" b="textAreaBottom"/>
            <a:pathLst>
              <a:path w="2804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4440" y="21600"/>
                </a:lnTo>
                <a:arcTo wR="2840" hR="3600" stAng="5400000" swAng="5400000"/>
                <a:lnTo>
                  <a:pt x="21600" y="3600"/>
                </a:lnTo>
                <a:arcTo wR="2840" hR="3600" stAng="10800000" swAng="5400000"/>
                <a:close/>
              </a:path>
            </a:pathLst>
          </a:custGeom>
          <a:solidFill>
            <a:srgbClr val="bbe33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"/>
          <p:cNvSpPr/>
          <p:nvPr/>
        </p:nvSpPr>
        <p:spPr>
          <a:xfrm>
            <a:off x="6684840" y="2648160"/>
            <a:ext cx="1523160" cy="2126880"/>
          </a:xfrm>
          <a:custGeom>
            <a:avLst/>
            <a:gdLst>
              <a:gd name="textAreaLeft" fmla="*/ 0 w 1523160"/>
              <a:gd name="textAreaRight" fmla="*/ 1523520 w 1523160"/>
              <a:gd name="textAreaTop" fmla="*/ 0 h 2126880"/>
              <a:gd name="textAreaBottom" fmla="*/ 2127240 h 212688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5" name=""/>
          <p:cNvSpPr/>
          <p:nvPr/>
        </p:nvSpPr>
        <p:spPr>
          <a:xfrm rot="16200000">
            <a:off x="6284160" y="3554640"/>
            <a:ext cx="106488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δA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λ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/ 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6" name=""/>
          <p:cNvSpPr/>
          <p:nvPr/>
        </p:nvSpPr>
        <p:spPr>
          <a:xfrm>
            <a:off x="6618960" y="3902400"/>
            <a:ext cx="1152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"/>
          <p:cNvSpPr/>
          <p:nvPr/>
        </p:nvSpPr>
        <p:spPr>
          <a:xfrm flipV="1">
            <a:off x="6730560" y="2648160"/>
            <a:ext cx="1480680" cy="213588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8" name=""/>
          <p:cNvSpPr/>
          <p:nvPr/>
        </p:nvSpPr>
        <p:spPr>
          <a:xfrm flipV="1">
            <a:off x="6667200" y="3054240"/>
            <a:ext cx="1544040" cy="163152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9" name=""/>
          <p:cNvSpPr/>
          <p:nvPr/>
        </p:nvSpPr>
        <p:spPr>
          <a:xfrm flipV="1">
            <a:off x="6667200" y="3223080"/>
            <a:ext cx="1544040" cy="147060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"/>
          <p:cNvSpPr/>
          <p:nvPr/>
        </p:nvSpPr>
        <p:spPr>
          <a:xfrm flipV="1">
            <a:off x="6687000" y="3367080"/>
            <a:ext cx="1524240" cy="97236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"/>
          <p:cNvSpPr/>
          <p:nvPr/>
        </p:nvSpPr>
        <p:spPr>
          <a:xfrm flipV="1">
            <a:off x="6735240" y="2792160"/>
            <a:ext cx="1476000" cy="197388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2" name=""/>
          <p:cNvSpPr/>
          <p:nvPr/>
        </p:nvSpPr>
        <p:spPr>
          <a:xfrm flipV="1">
            <a:off x="6664320" y="3510720"/>
            <a:ext cx="1546920" cy="92448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"/>
          <p:cNvSpPr/>
          <p:nvPr/>
        </p:nvSpPr>
        <p:spPr>
          <a:xfrm>
            <a:off x="7172280" y="4021920"/>
            <a:ext cx="140040" cy="1400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4" name=""/>
          <p:cNvSpPr/>
          <p:nvPr/>
        </p:nvSpPr>
        <p:spPr>
          <a:xfrm>
            <a:off x="7398720" y="3669120"/>
            <a:ext cx="140040" cy="1400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5" name=""/>
          <p:cNvSpPr/>
          <p:nvPr/>
        </p:nvSpPr>
        <p:spPr>
          <a:xfrm>
            <a:off x="7398720" y="3759480"/>
            <a:ext cx="140040" cy="1400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6" name=""/>
          <p:cNvSpPr/>
          <p:nvPr/>
        </p:nvSpPr>
        <p:spPr>
          <a:xfrm>
            <a:off x="7398720" y="3827520"/>
            <a:ext cx="140040" cy="1400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7" name=""/>
          <p:cNvSpPr/>
          <p:nvPr/>
        </p:nvSpPr>
        <p:spPr>
          <a:xfrm>
            <a:off x="7398720" y="3895560"/>
            <a:ext cx="140040" cy="1400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8" name=""/>
          <p:cNvSpPr/>
          <p:nvPr/>
        </p:nvSpPr>
        <p:spPr>
          <a:xfrm>
            <a:off x="7398720" y="3646440"/>
            <a:ext cx="140040" cy="1400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9" name=""/>
          <p:cNvSpPr/>
          <p:nvPr/>
        </p:nvSpPr>
        <p:spPr>
          <a:xfrm>
            <a:off x="8294400" y="2610720"/>
            <a:ext cx="1460160" cy="2176200"/>
          </a:xfrm>
          <a:custGeom>
            <a:avLst/>
            <a:gdLst>
              <a:gd name="textAreaLeft" fmla="*/ 0 w 1460160"/>
              <a:gd name="textAreaRight" fmla="*/ 1460520 w 1460160"/>
              <a:gd name="textAreaTop" fmla="*/ 0 h 2176200"/>
              <a:gd name="textAreaBottom" fmla="*/ 2176560 h 217620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0" name=""/>
          <p:cNvSpPr/>
          <p:nvPr/>
        </p:nvSpPr>
        <p:spPr>
          <a:xfrm>
            <a:off x="8950320" y="4461120"/>
            <a:ext cx="7650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7120" bIns="8712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1" name=""/>
          <p:cNvSpPr/>
          <p:nvPr/>
        </p:nvSpPr>
        <p:spPr>
          <a:xfrm rot="16200000">
            <a:off x="7811280" y="3571920"/>
            <a:ext cx="1193760" cy="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RMS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"/>
          <p:cNvSpPr/>
          <p:nvPr/>
        </p:nvSpPr>
        <p:spPr>
          <a:xfrm>
            <a:off x="9099720" y="4712040"/>
            <a:ext cx="360" cy="1123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3" name=""/>
          <p:cNvSpPr/>
          <p:nvPr/>
        </p:nvSpPr>
        <p:spPr>
          <a:xfrm>
            <a:off x="8229960" y="3910320"/>
            <a:ext cx="11196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4" name=""/>
          <p:cNvSpPr/>
          <p:nvPr/>
        </p:nvSpPr>
        <p:spPr>
          <a:xfrm>
            <a:off x="8308080" y="2803320"/>
            <a:ext cx="1446480" cy="1707840"/>
          </a:xfrm>
          <a:custGeom>
            <a:avLst/>
            <a:gdLst>
              <a:gd name="textAreaLeft" fmla="*/ 0 w 1446480"/>
              <a:gd name="textAreaRight" fmla="*/ 1446840 w 1446480"/>
              <a:gd name="textAreaTop" fmla="*/ 0 h 1707840"/>
              <a:gd name="textAreaBottom" fmla="*/ 1708200 h 1707840"/>
            </a:gdLst>
            <a:ahLst/>
            <a:cxnLst/>
            <a:rect l="textAreaLeft" t="textAreaTop" r="textAreaRight" b="textAreaBottom"/>
            <a:pathLst>
              <a:path fill="none" w="7555" h="6384">
                <a:moveTo>
                  <a:pt x="0" y="5437"/>
                </a:moveTo>
                <a:cubicBezTo>
                  <a:pt x="2519" y="9321"/>
                  <a:pt x="7555" y="0"/>
                  <a:pt x="7555" y="0"/>
                </a:cubicBezTo>
              </a:path>
            </a:pathLst>
          </a:custGeom>
          <a:noFill/>
          <a:ln w="12600">
            <a:solidFill>
              <a:srgbClr val="8611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5" name=""/>
          <p:cNvSpPr/>
          <p:nvPr/>
        </p:nvSpPr>
        <p:spPr>
          <a:xfrm>
            <a:off x="8273160" y="4515480"/>
            <a:ext cx="341640" cy="243360"/>
          </a:xfrm>
          <a:custGeom>
            <a:avLst/>
            <a:gdLst>
              <a:gd name="textAreaLeft" fmla="*/ 0 w 341640"/>
              <a:gd name="textAreaRight" fmla="*/ 342000 w 341640"/>
              <a:gd name="textAreaTop" fmla="*/ 0 h 243360"/>
              <a:gd name="textAreaBottom" fmla="*/ 243720 h 243360"/>
            </a:gdLst>
            <a:ahLst/>
            <a:cxnLst/>
            <a:rect l="textAreaLeft" t="textAreaTop" r="textAreaRight" b="textAreaBottom"/>
            <a:pathLst>
              <a:path fill="none" w="1570" h="1122">
                <a:moveTo>
                  <a:pt x="1570" y="1122"/>
                </a:moveTo>
                <a:lnTo>
                  <a:pt x="1570" y="0"/>
                </a:lnTo>
                <a:lnTo>
                  <a:pt x="0" y="0"/>
                </a:lnTo>
              </a:path>
            </a:pathLst>
          </a:custGeom>
          <a:noFill/>
          <a:ln w="0">
            <a:solidFill>
              <a:srgbClr val="f10d0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6" name=""/>
          <p:cNvSpPr/>
          <p:nvPr/>
        </p:nvSpPr>
        <p:spPr>
          <a:xfrm>
            <a:off x="9036360" y="4071600"/>
            <a:ext cx="136080" cy="13608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7" name=""/>
          <p:cNvSpPr/>
          <p:nvPr/>
        </p:nvSpPr>
        <p:spPr>
          <a:xfrm>
            <a:off x="8552880" y="4439880"/>
            <a:ext cx="136080" cy="13536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8" name=""/>
          <p:cNvSpPr/>
          <p:nvPr/>
        </p:nvSpPr>
        <p:spPr>
          <a:xfrm>
            <a:off x="7479720" y="4712040"/>
            <a:ext cx="360" cy="1123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9" name=""/>
          <p:cNvSpPr/>
          <p:nvPr/>
        </p:nvSpPr>
        <p:spPr>
          <a:xfrm>
            <a:off x="7330320" y="4478400"/>
            <a:ext cx="7650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7120" bIns="8712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0" name=""/>
          <p:cNvSpPr/>
          <p:nvPr/>
        </p:nvSpPr>
        <p:spPr>
          <a:xfrm>
            <a:off x="7626960" y="2268720"/>
            <a:ext cx="189936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trike="noStrike" u="sng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For each Cepheid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7788CD78-7B06-4CCB-A278-CE53A8B661BC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"/>
          <p:cNvSpPr/>
          <p:nvPr/>
        </p:nvSpPr>
        <p:spPr>
          <a:xfrm flipV="1">
            <a:off x="467280" y="2358360"/>
            <a:ext cx="2347200" cy="122256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2" name=""/>
          <p:cNvSpPr/>
          <p:nvPr/>
        </p:nvSpPr>
        <p:spPr>
          <a:xfrm>
            <a:off x="490680" y="1559880"/>
            <a:ext cx="2739240" cy="2739240"/>
          </a:xfrm>
          <a:custGeom>
            <a:avLst/>
            <a:gdLst>
              <a:gd name="textAreaLeft" fmla="*/ 0 w 2739240"/>
              <a:gd name="textAreaRight" fmla="*/ 2739600 w 2739240"/>
              <a:gd name="textAreaTop" fmla="*/ 0 h 2739240"/>
              <a:gd name="textAreaBottom" fmla="*/ 2739600 h 273924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3" name=""/>
          <p:cNvSpPr/>
          <p:nvPr/>
        </p:nvSpPr>
        <p:spPr>
          <a:xfrm>
            <a:off x="1747800" y="2070000"/>
            <a:ext cx="224640" cy="2246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4" name=""/>
          <p:cNvSpPr/>
          <p:nvPr/>
        </p:nvSpPr>
        <p:spPr>
          <a:xfrm flipV="1">
            <a:off x="1857600" y="2322000"/>
            <a:ext cx="360" cy="45720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5" name=""/>
          <p:cNvSpPr/>
          <p:nvPr/>
        </p:nvSpPr>
        <p:spPr>
          <a:xfrm flipV="1">
            <a:off x="467280" y="1143000"/>
            <a:ext cx="2733120" cy="2163600"/>
          </a:xfrm>
          <a:prstGeom prst="line">
            <a:avLst/>
          </a:prstGeom>
          <a:ln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6" name=""/>
          <p:cNvSpPr/>
          <p:nvPr/>
        </p:nvSpPr>
        <p:spPr>
          <a:xfrm rot="19200000">
            <a:off x="2741400" y="1189080"/>
            <a:ext cx="827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Slope = 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7" name=""/>
          <p:cNvSpPr/>
          <p:nvPr/>
        </p:nvSpPr>
        <p:spPr>
          <a:xfrm>
            <a:off x="1677960" y="2854080"/>
            <a:ext cx="522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8" name=""/>
          <p:cNvSpPr/>
          <p:nvPr/>
        </p:nvSpPr>
        <p:spPr>
          <a:xfrm>
            <a:off x="749520" y="4399920"/>
            <a:ext cx="229968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Deviation from PW relation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9" name=""/>
          <p:cNvSpPr/>
          <p:nvPr/>
        </p:nvSpPr>
        <p:spPr>
          <a:xfrm rot="16200000">
            <a:off x="-870840" y="2885760"/>
            <a:ext cx="222516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Deviation from PL relation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0" name=""/>
          <p:cNvSpPr/>
          <p:nvPr/>
        </p:nvSpPr>
        <p:spPr>
          <a:xfrm>
            <a:off x="1207800" y="2502000"/>
            <a:ext cx="224640" cy="2246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1" name=""/>
          <p:cNvSpPr/>
          <p:nvPr/>
        </p:nvSpPr>
        <p:spPr>
          <a:xfrm>
            <a:off x="2143800" y="1746000"/>
            <a:ext cx="224640" cy="2246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2" name=""/>
          <p:cNvSpPr/>
          <p:nvPr/>
        </p:nvSpPr>
        <p:spPr>
          <a:xfrm>
            <a:off x="2539800" y="1458000"/>
            <a:ext cx="224640" cy="2246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3" name=""/>
          <p:cNvSpPr/>
          <p:nvPr/>
        </p:nvSpPr>
        <p:spPr>
          <a:xfrm>
            <a:off x="811800" y="2826000"/>
            <a:ext cx="224640" cy="2246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4" name=""/>
          <p:cNvSpPr/>
          <p:nvPr/>
        </p:nvSpPr>
        <p:spPr>
          <a:xfrm flipV="1">
            <a:off x="957600" y="3006000"/>
            <a:ext cx="360" cy="32580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5" name=""/>
          <p:cNvSpPr/>
          <p:nvPr/>
        </p:nvSpPr>
        <p:spPr>
          <a:xfrm flipV="1">
            <a:off x="1353600" y="2718360"/>
            <a:ext cx="360" cy="32580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6" name=""/>
          <p:cNvSpPr/>
          <p:nvPr/>
        </p:nvSpPr>
        <p:spPr>
          <a:xfrm flipV="1">
            <a:off x="2277000" y="1985400"/>
            <a:ext cx="23400" cy="5727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7" name=""/>
          <p:cNvSpPr/>
          <p:nvPr/>
        </p:nvSpPr>
        <p:spPr>
          <a:xfrm flipV="1">
            <a:off x="2673360" y="1697760"/>
            <a:ext cx="23400" cy="66060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8" name=""/>
          <p:cNvSpPr/>
          <p:nvPr/>
        </p:nvSpPr>
        <p:spPr>
          <a:xfrm>
            <a:off x="1174320" y="3106440"/>
            <a:ext cx="62532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r>
              <a:rPr b="0" lang="en-US" sz="15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9" name=""/>
          <p:cNvSpPr/>
          <p:nvPr/>
        </p:nvSpPr>
        <p:spPr>
          <a:xfrm>
            <a:off x="742320" y="3322800"/>
            <a:ext cx="62532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r>
              <a:rPr b="0" lang="en-US" sz="15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0" name=""/>
          <p:cNvSpPr/>
          <p:nvPr/>
        </p:nvSpPr>
        <p:spPr>
          <a:xfrm>
            <a:off x="2074320" y="2639160"/>
            <a:ext cx="62532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r>
              <a:rPr b="0" lang="en-US" sz="15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1" name=""/>
          <p:cNvSpPr/>
          <p:nvPr/>
        </p:nvSpPr>
        <p:spPr>
          <a:xfrm>
            <a:off x="2506320" y="2423520"/>
            <a:ext cx="62532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λ</a:t>
            </a:r>
            <a:r>
              <a:rPr b="0" lang="en-US" sz="15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2" name=""/>
          <p:cNvSpPr/>
          <p:nvPr/>
        </p:nvSpPr>
        <p:spPr>
          <a:xfrm flipV="1">
            <a:off x="857520" y="2106000"/>
            <a:ext cx="926280" cy="72000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3" name=""/>
          <p:cNvSpPr/>
          <p:nvPr/>
        </p:nvSpPr>
        <p:spPr>
          <a:xfrm flipV="1">
            <a:off x="1819800" y="1428840"/>
            <a:ext cx="758880" cy="6051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4" name=""/>
          <p:cNvSpPr/>
          <p:nvPr/>
        </p:nvSpPr>
        <p:spPr>
          <a:xfrm>
            <a:off x="781920" y="2422800"/>
            <a:ext cx="4388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5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5" name=""/>
          <p:cNvSpPr/>
          <p:nvPr/>
        </p:nvSpPr>
        <p:spPr>
          <a:xfrm>
            <a:off x="1213920" y="1919160"/>
            <a:ext cx="4388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5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6" name=""/>
          <p:cNvSpPr/>
          <p:nvPr/>
        </p:nvSpPr>
        <p:spPr>
          <a:xfrm>
            <a:off x="1717920" y="1487520"/>
            <a:ext cx="4388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5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7" name=""/>
          <p:cNvSpPr/>
          <p:nvPr/>
        </p:nvSpPr>
        <p:spPr>
          <a:xfrm>
            <a:off x="2329920" y="1163880"/>
            <a:ext cx="4388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r>
              <a:rPr b="0" lang="en-US" sz="1500" strike="noStrike" u="non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8" name=""/>
          <p:cNvSpPr/>
          <p:nvPr/>
        </p:nvSpPr>
        <p:spPr>
          <a:xfrm>
            <a:off x="3744720" y="1559880"/>
            <a:ext cx="2739240" cy="2739240"/>
          </a:xfrm>
          <a:custGeom>
            <a:avLst/>
            <a:gdLst>
              <a:gd name="textAreaLeft" fmla="*/ 0 w 2739240"/>
              <a:gd name="textAreaRight" fmla="*/ 2739600 w 2739240"/>
              <a:gd name="textAreaTop" fmla="*/ 0 h 2739240"/>
              <a:gd name="textAreaBottom" fmla="*/ 2739600 h 273924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9" name=""/>
          <p:cNvSpPr/>
          <p:nvPr/>
        </p:nvSpPr>
        <p:spPr>
          <a:xfrm>
            <a:off x="4039560" y="4399920"/>
            <a:ext cx="228456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Adjustment in modulus, δμ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0" name=""/>
          <p:cNvSpPr/>
          <p:nvPr/>
        </p:nvSpPr>
        <p:spPr>
          <a:xfrm rot="16200000">
            <a:off x="2649240" y="2640240"/>
            <a:ext cx="16959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δE(B-V)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= δA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λ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/ R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λ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1" name=""/>
          <p:cNvSpPr/>
          <p:nvPr/>
        </p:nvSpPr>
        <p:spPr>
          <a:xfrm>
            <a:off x="1895400" y="4221000"/>
            <a:ext cx="360" cy="1836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2" name=""/>
          <p:cNvSpPr/>
          <p:nvPr/>
        </p:nvSpPr>
        <p:spPr>
          <a:xfrm>
            <a:off x="399600" y="2908800"/>
            <a:ext cx="1836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3" name=""/>
          <p:cNvSpPr/>
          <p:nvPr/>
        </p:nvSpPr>
        <p:spPr>
          <a:xfrm>
            <a:off x="5063400" y="4221000"/>
            <a:ext cx="360" cy="1836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4" name=""/>
          <p:cNvSpPr/>
          <p:nvPr/>
        </p:nvSpPr>
        <p:spPr>
          <a:xfrm>
            <a:off x="3639600" y="2908800"/>
            <a:ext cx="1836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5" name=""/>
          <p:cNvSpPr/>
          <p:nvPr/>
        </p:nvSpPr>
        <p:spPr>
          <a:xfrm flipV="1">
            <a:off x="3817080" y="914400"/>
            <a:ext cx="2355120" cy="339660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6" name=""/>
          <p:cNvSpPr/>
          <p:nvPr/>
        </p:nvSpPr>
        <p:spPr>
          <a:xfrm flipV="1">
            <a:off x="3716640" y="1559880"/>
            <a:ext cx="2455560" cy="259524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7" name=""/>
          <p:cNvSpPr/>
          <p:nvPr/>
        </p:nvSpPr>
        <p:spPr>
          <a:xfrm flipV="1">
            <a:off x="3716640" y="1828800"/>
            <a:ext cx="2455560" cy="233892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8" name=""/>
          <p:cNvSpPr/>
          <p:nvPr/>
        </p:nvSpPr>
        <p:spPr>
          <a:xfrm flipV="1">
            <a:off x="3747960" y="2057400"/>
            <a:ext cx="2424240" cy="154656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9" name=""/>
          <p:cNvSpPr/>
          <p:nvPr/>
        </p:nvSpPr>
        <p:spPr>
          <a:xfrm flipV="1">
            <a:off x="3824640" y="1143000"/>
            <a:ext cx="2347560" cy="313992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0" name=""/>
          <p:cNvSpPr/>
          <p:nvPr/>
        </p:nvSpPr>
        <p:spPr>
          <a:xfrm flipV="1">
            <a:off x="3711960" y="2286000"/>
            <a:ext cx="2460240" cy="147024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1" name=""/>
          <p:cNvSpPr/>
          <p:nvPr/>
        </p:nvSpPr>
        <p:spPr>
          <a:xfrm>
            <a:off x="7120440" y="1546920"/>
            <a:ext cx="2739240" cy="2739240"/>
          </a:xfrm>
          <a:custGeom>
            <a:avLst/>
            <a:gdLst>
              <a:gd name="textAreaLeft" fmla="*/ 0 w 2739240"/>
              <a:gd name="textAreaRight" fmla="*/ 2739600 w 2739240"/>
              <a:gd name="textAreaTop" fmla="*/ 0 h 2739240"/>
              <a:gd name="textAreaBottom" fmla="*/ 2739600 h 273924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2" name=""/>
          <p:cNvSpPr/>
          <p:nvPr/>
        </p:nvSpPr>
        <p:spPr>
          <a:xfrm>
            <a:off x="8207280" y="4386960"/>
            <a:ext cx="37800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δμ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3" name=""/>
          <p:cNvSpPr/>
          <p:nvPr/>
        </p:nvSpPr>
        <p:spPr>
          <a:xfrm rot="16200000">
            <a:off x="6495840" y="2678040"/>
            <a:ext cx="74232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δΕ rms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4" name=""/>
          <p:cNvSpPr/>
          <p:nvPr/>
        </p:nvSpPr>
        <p:spPr>
          <a:xfrm>
            <a:off x="8439120" y="4208040"/>
            <a:ext cx="360" cy="1836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5" name=""/>
          <p:cNvSpPr/>
          <p:nvPr/>
        </p:nvSpPr>
        <p:spPr>
          <a:xfrm>
            <a:off x="7015320" y="2895840"/>
            <a:ext cx="1836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6" name=""/>
          <p:cNvSpPr/>
          <p:nvPr/>
        </p:nvSpPr>
        <p:spPr>
          <a:xfrm>
            <a:off x="7143840" y="1586880"/>
            <a:ext cx="2715840" cy="2294280"/>
          </a:xfrm>
          <a:custGeom>
            <a:avLst/>
            <a:gdLst>
              <a:gd name="textAreaLeft" fmla="*/ 0 w 2715840"/>
              <a:gd name="textAreaRight" fmla="*/ 2716200 w 2715840"/>
              <a:gd name="textAreaTop" fmla="*/ 0 h 2294280"/>
              <a:gd name="textAreaBottom" fmla="*/ 2294640 h 2294280"/>
            </a:gdLst>
            <a:ahLst/>
            <a:cxnLst/>
            <a:rect l="textAreaLeft" t="textAreaTop" r="textAreaRight" b="textAreaBottom"/>
            <a:pathLst>
              <a:path fill="none" w="7555" h="6384">
                <a:moveTo>
                  <a:pt x="0" y="5437"/>
                </a:moveTo>
                <a:cubicBezTo>
                  <a:pt x="2519" y="9321"/>
                  <a:pt x="7555" y="0"/>
                  <a:pt x="7555" y="0"/>
                </a:cubicBezTo>
              </a:path>
            </a:pathLst>
          </a:custGeom>
          <a:noFill/>
          <a:ln w="12600">
            <a:solidFill>
              <a:srgbClr val="8611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7" name=""/>
          <p:cNvSpPr/>
          <p:nvPr/>
        </p:nvSpPr>
        <p:spPr>
          <a:xfrm>
            <a:off x="3972600" y="4655880"/>
            <a:ext cx="265320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Resulting δE for δµ in all bands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8" name=""/>
          <p:cNvSpPr/>
          <p:nvPr/>
        </p:nvSpPr>
        <p:spPr>
          <a:xfrm>
            <a:off x="7086600" y="3886200"/>
            <a:ext cx="561240" cy="399960"/>
          </a:xfrm>
          <a:custGeom>
            <a:avLst/>
            <a:gdLst>
              <a:gd name="textAreaLeft" fmla="*/ 0 w 561240"/>
              <a:gd name="textAreaRight" fmla="*/ 561600 w 561240"/>
              <a:gd name="textAreaTop" fmla="*/ 0 h 399960"/>
              <a:gd name="textAreaBottom" fmla="*/ 400320 h 399960"/>
            </a:gdLst>
            <a:ahLst/>
            <a:cxnLst/>
            <a:rect l="textAreaLeft" t="textAreaTop" r="textAreaRight" b="textAreaBottom"/>
            <a:pathLst>
              <a:path fill="none" w="1570" h="1122">
                <a:moveTo>
                  <a:pt x="1570" y="1122"/>
                </a:moveTo>
                <a:lnTo>
                  <a:pt x="1570" y="0"/>
                </a:lnTo>
                <a:lnTo>
                  <a:pt x="0" y="0"/>
                </a:lnTo>
              </a:path>
            </a:pathLst>
          </a:custGeom>
          <a:noFill/>
          <a:ln w="0">
            <a:solidFill>
              <a:srgbClr val="f10d0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9" name=""/>
          <p:cNvSpPr/>
          <p:nvPr/>
        </p:nvSpPr>
        <p:spPr>
          <a:xfrm>
            <a:off x="4519800" y="3042000"/>
            <a:ext cx="224640" cy="2246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0" name=""/>
          <p:cNvSpPr/>
          <p:nvPr/>
        </p:nvSpPr>
        <p:spPr>
          <a:xfrm>
            <a:off x="4879800" y="2538000"/>
            <a:ext cx="224640" cy="2246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1" name=""/>
          <p:cNvSpPr/>
          <p:nvPr/>
        </p:nvSpPr>
        <p:spPr>
          <a:xfrm>
            <a:off x="4879800" y="2682000"/>
            <a:ext cx="224640" cy="2246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2" name=""/>
          <p:cNvSpPr/>
          <p:nvPr/>
        </p:nvSpPr>
        <p:spPr>
          <a:xfrm>
            <a:off x="4879800" y="2790000"/>
            <a:ext cx="224640" cy="2246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3" name=""/>
          <p:cNvSpPr/>
          <p:nvPr/>
        </p:nvSpPr>
        <p:spPr>
          <a:xfrm>
            <a:off x="4879800" y="2898000"/>
            <a:ext cx="224640" cy="2246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4" name=""/>
          <p:cNvSpPr/>
          <p:nvPr/>
        </p:nvSpPr>
        <p:spPr>
          <a:xfrm>
            <a:off x="4879800" y="2502000"/>
            <a:ext cx="224640" cy="2246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5" name=""/>
          <p:cNvSpPr/>
          <p:nvPr/>
        </p:nvSpPr>
        <p:spPr>
          <a:xfrm flipH="1" flipV="1">
            <a:off x="4748400" y="3270600"/>
            <a:ext cx="2903400" cy="61452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6" name=""/>
          <p:cNvSpPr/>
          <p:nvPr/>
        </p:nvSpPr>
        <p:spPr>
          <a:xfrm>
            <a:off x="8335800" y="3402000"/>
            <a:ext cx="224640" cy="2246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7" name=""/>
          <p:cNvSpPr/>
          <p:nvPr/>
        </p:nvSpPr>
        <p:spPr>
          <a:xfrm>
            <a:off x="7543800" y="3762000"/>
            <a:ext cx="224640" cy="2246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8" name=""/>
          <p:cNvSpPr/>
          <p:nvPr/>
        </p:nvSpPr>
        <p:spPr>
          <a:xfrm rot="720000">
            <a:off x="4833360" y="3506760"/>
            <a:ext cx="2243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Suggested modulus correction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9" name=""/>
          <p:cNvSpPr/>
          <p:nvPr/>
        </p:nvSpPr>
        <p:spPr>
          <a:xfrm>
            <a:off x="25200" y="4656600"/>
            <a:ext cx="404964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Adjustments in µ lead to corrections in extinction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0" name=""/>
          <p:cNvSpPr/>
          <p:nvPr/>
        </p:nvSpPr>
        <p:spPr>
          <a:xfrm>
            <a:off x="772200" y="1479600"/>
            <a:ext cx="3794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1" name=""/>
          <p:cNvSpPr/>
          <p:nvPr/>
        </p:nvSpPr>
        <p:spPr>
          <a:xfrm>
            <a:off x="4084560" y="1479600"/>
            <a:ext cx="3794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2" name=""/>
          <p:cNvSpPr/>
          <p:nvPr/>
        </p:nvSpPr>
        <p:spPr>
          <a:xfrm>
            <a:off x="7432920" y="1479600"/>
            <a:ext cx="3672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3" name=""/>
          <p:cNvSpPr/>
          <p:nvPr/>
        </p:nvSpPr>
        <p:spPr>
          <a:xfrm>
            <a:off x="6960600" y="4656240"/>
            <a:ext cx="291384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Least rms in δE yields µ correction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4" name=""/>
          <p:cNvSpPr/>
          <p:nvPr/>
        </p:nvSpPr>
        <p:spPr>
          <a:xfrm flipV="1">
            <a:off x="1813680" y="1543680"/>
            <a:ext cx="459720" cy="3855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5" name=""/>
          <p:cNvSpPr/>
          <p:nvPr/>
        </p:nvSpPr>
        <p:spPr>
          <a:xfrm flipV="1">
            <a:off x="1274040" y="1975680"/>
            <a:ext cx="459720" cy="385560"/>
          </a:xfrm>
          <a:prstGeom prst="line">
            <a:avLst/>
          </a:prstGeom>
          <a:ln w="0">
            <a:solidFill>
              <a:srgbClr val="ff8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6" name=""/>
          <p:cNvSpPr/>
          <p:nvPr/>
        </p:nvSpPr>
        <p:spPr>
          <a:xfrm>
            <a:off x="6148800" y="734400"/>
            <a:ext cx="29556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7" name=""/>
          <p:cNvSpPr/>
          <p:nvPr/>
        </p:nvSpPr>
        <p:spPr>
          <a:xfrm>
            <a:off x="6148800" y="1022400"/>
            <a:ext cx="29556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8" name=""/>
          <p:cNvSpPr/>
          <p:nvPr/>
        </p:nvSpPr>
        <p:spPr>
          <a:xfrm>
            <a:off x="6184800" y="1382400"/>
            <a:ext cx="22716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9" name=""/>
          <p:cNvSpPr/>
          <p:nvPr/>
        </p:nvSpPr>
        <p:spPr>
          <a:xfrm>
            <a:off x="6149160" y="1670400"/>
            <a:ext cx="26676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0" name=""/>
          <p:cNvSpPr/>
          <p:nvPr/>
        </p:nvSpPr>
        <p:spPr>
          <a:xfrm>
            <a:off x="6149160" y="1922400"/>
            <a:ext cx="30492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1" name=""/>
          <p:cNvSpPr/>
          <p:nvPr/>
        </p:nvSpPr>
        <p:spPr>
          <a:xfrm>
            <a:off x="6149160" y="2174400"/>
            <a:ext cx="29556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F1B73A2E-3153-45F5-AF65-C370DE5089D9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"/>
          <p:cNvSpPr/>
          <p:nvPr/>
        </p:nvSpPr>
        <p:spPr>
          <a:xfrm>
            <a:off x="5516640" y="4273200"/>
            <a:ext cx="1145880" cy="610560"/>
          </a:xfrm>
          <a:prstGeom prst="ellipse">
            <a:avLst/>
          </a:prstGeom>
          <a:solidFill>
            <a:srgbClr val="f6f9d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3" name=""/>
          <p:cNvSpPr/>
          <p:nvPr/>
        </p:nvSpPr>
        <p:spPr>
          <a:xfrm>
            <a:off x="5513760" y="4374360"/>
            <a:ext cx="114876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(δμ, δE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BV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4" name=""/>
          <p:cNvSpPr/>
          <p:nvPr/>
        </p:nvSpPr>
        <p:spPr>
          <a:xfrm>
            <a:off x="3972960" y="4321800"/>
            <a:ext cx="932760" cy="553680"/>
          </a:xfrm>
          <a:prstGeom prst="ellipse">
            <a:avLst/>
          </a:prstGeom>
          <a:solidFill>
            <a:srgbClr val="f6f9d4"/>
          </a:solidFill>
          <a:ln w="0">
            <a:solidFill>
              <a:srgbClr val="3a1a0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1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1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5" name=""/>
          <p:cNvSpPr/>
          <p:nvPr/>
        </p:nvSpPr>
        <p:spPr>
          <a:xfrm flipH="1">
            <a:off x="4908960" y="4609800"/>
            <a:ext cx="60768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89D5C9CF-BD1E-4391-8BF6-430C26A0B810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"/>
          <p:cNvSpPr/>
          <p:nvPr/>
        </p:nvSpPr>
        <p:spPr>
          <a:xfrm>
            <a:off x="5516280" y="5029200"/>
            <a:ext cx="1145880" cy="610560"/>
          </a:xfrm>
          <a:prstGeom prst="ellipse">
            <a:avLst/>
          </a:prstGeom>
          <a:solidFill>
            <a:srgbClr val="f6f9d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7" name=""/>
          <p:cNvSpPr/>
          <p:nvPr/>
        </p:nvSpPr>
        <p:spPr>
          <a:xfrm>
            <a:off x="78480" y="3369600"/>
            <a:ext cx="3546360" cy="1632960"/>
          </a:xfrm>
          <a:prstGeom prst="rect">
            <a:avLst/>
          </a:prstGeom>
          <a:solidFill>
            <a:srgbClr val="f7d1d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8" name=""/>
          <p:cNvSpPr/>
          <p:nvPr/>
        </p:nvSpPr>
        <p:spPr>
          <a:xfrm>
            <a:off x="6665400" y="2779200"/>
            <a:ext cx="3448080" cy="2655360"/>
          </a:xfrm>
          <a:custGeom>
            <a:avLst/>
            <a:gdLst>
              <a:gd name="textAreaLeft" fmla="*/ 0 w 3448080"/>
              <a:gd name="textAreaRight" fmla="*/ 3448440 w 3448080"/>
              <a:gd name="textAreaTop" fmla="*/ 0 h 2655360"/>
              <a:gd name="textAreaBottom" fmla="*/ 2655720 h 2655360"/>
            </a:gdLst>
            <a:ahLst/>
            <a:cxnLst/>
            <a:rect l="textAreaLeft" t="textAreaTop" r="textAreaRight" b="textAreaBottom"/>
            <a:pathLst>
              <a:path w="2804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4440" y="21600"/>
                </a:lnTo>
                <a:arcTo wR="2840" hR="3600" stAng="5400000" swAng="5400000"/>
                <a:lnTo>
                  <a:pt x="21600" y="3600"/>
                </a:lnTo>
                <a:arcTo wR="2840" hR="3600" stAng="10800000" swAng="5400000"/>
                <a:close/>
              </a:path>
            </a:pathLst>
          </a:custGeom>
          <a:solidFill>
            <a:srgbClr val="bbe33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9" name=""/>
          <p:cNvSpPr/>
          <p:nvPr/>
        </p:nvSpPr>
        <p:spPr>
          <a:xfrm>
            <a:off x="6629400" y="252000"/>
            <a:ext cx="3448080" cy="2451960"/>
          </a:xfrm>
          <a:custGeom>
            <a:avLst/>
            <a:gdLst>
              <a:gd name="textAreaLeft" fmla="*/ 0 w 3448080"/>
              <a:gd name="textAreaRight" fmla="*/ 3448440 w 3448080"/>
              <a:gd name="textAreaTop" fmla="*/ 0 h 2451960"/>
              <a:gd name="textAreaBottom" fmla="*/ 2452320 h 2451960"/>
            </a:gdLst>
            <a:ahLst/>
            <a:cxnLst/>
            <a:rect l="textAreaLeft" t="textAreaTop" r="textAreaRight" b="textAreaBottom"/>
            <a:pathLst>
              <a:path w="30362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6762" y="21600"/>
                </a:lnTo>
                <a:arcTo wR="5162" hR="3600" stAng="5400000" swAng="5400000"/>
                <a:lnTo>
                  <a:pt x="21600" y="3600"/>
                </a:lnTo>
                <a:arcTo wR="5162" hR="3600" stAng="10800000" swAng="5400000"/>
                <a:close/>
              </a:path>
            </a:pathLst>
          </a:custGeom>
          <a:solidFill>
            <a:srgbClr val="81ac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0" name=""/>
          <p:cNvSpPr/>
          <p:nvPr/>
        </p:nvSpPr>
        <p:spPr>
          <a:xfrm>
            <a:off x="3304080" y="1371600"/>
            <a:ext cx="3178080" cy="3197160"/>
          </a:xfrm>
          <a:custGeom>
            <a:avLst/>
            <a:gdLst>
              <a:gd name="textAreaLeft" fmla="*/ 0 w 3178080"/>
              <a:gd name="textAreaRight" fmla="*/ 3178440 w 3178080"/>
              <a:gd name="textAreaTop" fmla="*/ 0 h 3197160"/>
              <a:gd name="textAreaBottom" fmla="*/ 3197520 h 31971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7bc6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1" name=""/>
          <p:cNvSpPr/>
          <p:nvPr/>
        </p:nvSpPr>
        <p:spPr>
          <a:xfrm>
            <a:off x="829800" y="1222200"/>
            <a:ext cx="2447640" cy="1488960"/>
          </a:xfrm>
          <a:prstGeom prst="rect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2" name=""/>
          <p:cNvSpPr/>
          <p:nvPr/>
        </p:nvSpPr>
        <p:spPr>
          <a:xfrm>
            <a:off x="3612600" y="2714400"/>
            <a:ext cx="910440" cy="453240"/>
          </a:xfrm>
          <a:prstGeom prst="rect">
            <a:avLst/>
          </a:pr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logP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3" name=""/>
          <p:cNvSpPr/>
          <p:nvPr/>
        </p:nvSpPr>
        <p:spPr>
          <a:xfrm>
            <a:off x="878400" y="2044800"/>
            <a:ext cx="910440" cy="45324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4" name=""/>
          <p:cNvSpPr/>
          <p:nvPr/>
        </p:nvSpPr>
        <p:spPr>
          <a:xfrm>
            <a:off x="2282400" y="2044800"/>
            <a:ext cx="910440" cy="45324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W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5" name=""/>
          <p:cNvSpPr/>
          <p:nvPr/>
        </p:nvSpPr>
        <p:spPr>
          <a:xfrm flipV="1">
            <a:off x="1335240" y="2498040"/>
            <a:ext cx="360" cy="979920"/>
          </a:xfrm>
          <a:custGeom>
            <a:avLst/>
            <a:gdLst>
              <a:gd name="textAreaLeft" fmla="*/ 0 w 360"/>
              <a:gd name="textAreaRight" fmla="*/ 720 w 360"/>
              <a:gd name="textAreaTop" fmla="*/ 360 h 979920"/>
              <a:gd name="textAreaBottom" fmla="*/ 980640 h 979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6" name=""/>
          <p:cNvSpPr/>
          <p:nvPr/>
        </p:nvSpPr>
        <p:spPr>
          <a:xfrm flipV="1">
            <a:off x="2742840" y="2498040"/>
            <a:ext cx="360" cy="979920"/>
          </a:xfrm>
          <a:custGeom>
            <a:avLst/>
            <a:gdLst>
              <a:gd name="textAreaLeft" fmla="*/ 0 w 360"/>
              <a:gd name="textAreaRight" fmla="*/ 720 w 360"/>
              <a:gd name="textAreaTop" fmla="*/ 360 h 979920"/>
              <a:gd name="textAreaBottom" fmla="*/ 980640 h 979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7" name=""/>
          <p:cNvSpPr/>
          <p:nvPr/>
        </p:nvSpPr>
        <p:spPr>
          <a:xfrm>
            <a:off x="1560600" y="1346400"/>
            <a:ext cx="910440" cy="453240"/>
          </a:xfrm>
          <a:prstGeom prst="rect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8" name=""/>
          <p:cNvSpPr/>
          <p:nvPr/>
        </p:nvSpPr>
        <p:spPr>
          <a:xfrm flipH="1">
            <a:off x="1293840" y="1539000"/>
            <a:ext cx="257400" cy="538200"/>
          </a:xfrm>
          <a:custGeom>
            <a:avLst/>
            <a:gdLst>
              <a:gd name="textAreaLeft" fmla="*/ -360 w 257400"/>
              <a:gd name="textAreaRight" fmla="*/ 257400 w 257400"/>
              <a:gd name="textAreaTop" fmla="*/ 0 h 538200"/>
              <a:gd name="textAreaBottom" fmla="*/ 538560 h 538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9" name=""/>
          <p:cNvSpPr/>
          <p:nvPr/>
        </p:nvSpPr>
        <p:spPr>
          <a:xfrm>
            <a:off x="2475000" y="1503000"/>
            <a:ext cx="225000" cy="538200"/>
          </a:xfrm>
          <a:custGeom>
            <a:avLst/>
            <a:gdLst>
              <a:gd name="textAreaLeft" fmla="*/ 0 w 225000"/>
              <a:gd name="textAreaRight" fmla="*/ 225360 w 225000"/>
              <a:gd name="textAreaTop" fmla="*/ 0 h 538200"/>
              <a:gd name="textAreaBottom" fmla="*/ 538560 h 538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0" name=""/>
          <p:cNvSpPr/>
          <p:nvPr/>
        </p:nvSpPr>
        <p:spPr>
          <a:xfrm>
            <a:off x="4150800" y="3051000"/>
            <a:ext cx="1452240" cy="1403640"/>
          </a:xfrm>
          <a:custGeom>
            <a:avLst/>
            <a:gdLst>
              <a:gd name="textAreaLeft" fmla="*/ 0 w 1452240"/>
              <a:gd name="textAreaRight" fmla="*/ 1452600 w 1452240"/>
              <a:gd name="textAreaTop" fmla="*/ 0 h 1403640"/>
              <a:gd name="textAreaBottom" fmla="*/ 1404000 h 1403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(PL)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1" name=""/>
          <p:cNvSpPr/>
          <p:nvPr/>
        </p:nvSpPr>
        <p:spPr>
          <a:xfrm>
            <a:off x="4187160" y="1492560"/>
            <a:ext cx="1415880" cy="1406880"/>
          </a:xfrm>
          <a:custGeom>
            <a:avLst/>
            <a:gdLst>
              <a:gd name="textAreaLeft" fmla="*/ 0 w 1415880"/>
              <a:gd name="textAreaRight" fmla="*/ 1416240 w 1415880"/>
              <a:gd name="textAreaTop" fmla="*/ 0 h 1406880"/>
              <a:gd name="textAreaBottom" fmla="*/ 1407240 h 14068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PW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2" name=""/>
          <p:cNvSpPr/>
          <p:nvPr/>
        </p:nvSpPr>
        <p:spPr>
          <a:xfrm flipV="1">
            <a:off x="3196800" y="2237040"/>
            <a:ext cx="914400" cy="27000"/>
          </a:xfrm>
          <a:custGeom>
            <a:avLst/>
            <a:gdLst>
              <a:gd name="textAreaLeft" fmla="*/ 0 w 914400"/>
              <a:gd name="textAreaRight" fmla="*/ 914760 w 914400"/>
              <a:gd name="textAreaTop" fmla="*/ -360 h 27000"/>
              <a:gd name="textAreaBottom" fmla="*/ 27000 h 27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3" name=""/>
          <p:cNvSpPr/>
          <p:nvPr/>
        </p:nvSpPr>
        <p:spPr>
          <a:xfrm flipV="1">
            <a:off x="3612600" y="2239200"/>
            <a:ext cx="498600" cy="497520"/>
          </a:xfrm>
          <a:custGeom>
            <a:avLst/>
            <a:gdLst>
              <a:gd name="textAreaLeft" fmla="*/ 0 w 498600"/>
              <a:gd name="textAreaRight" fmla="*/ 498960 w 498600"/>
              <a:gd name="textAreaTop" fmla="*/ 360 h 497520"/>
              <a:gd name="textAreaBottom" fmla="*/ 498240 h 4975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4" name=""/>
          <p:cNvSpPr/>
          <p:nvPr/>
        </p:nvSpPr>
        <p:spPr>
          <a:xfrm flipV="1">
            <a:off x="3196800" y="3703680"/>
            <a:ext cx="950760" cy="360"/>
          </a:xfrm>
          <a:custGeom>
            <a:avLst/>
            <a:gdLst>
              <a:gd name="textAreaLeft" fmla="*/ 0 w 950760"/>
              <a:gd name="textAreaRight" fmla="*/ 951120 w 950760"/>
              <a:gd name="textAreaTop" fmla="*/ -360 h 360"/>
              <a:gd name="textAreaBottom" fmla="*/ 36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5" name=""/>
          <p:cNvSpPr/>
          <p:nvPr/>
        </p:nvSpPr>
        <p:spPr>
          <a:xfrm>
            <a:off x="3612600" y="3170880"/>
            <a:ext cx="534960" cy="535680"/>
          </a:xfrm>
          <a:custGeom>
            <a:avLst/>
            <a:gdLst>
              <a:gd name="textAreaLeft" fmla="*/ 0 w 534960"/>
              <a:gd name="textAreaRight" fmla="*/ 535320 w 534960"/>
              <a:gd name="textAreaTop" fmla="*/ 0 h 535680"/>
              <a:gd name="textAreaBottom" fmla="*/ 536040 h 5356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6" name=""/>
          <p:cNvSpPr/>
          <p:nvPr/>
        </p:nvSpPr>
        <p:spPr>
          <a:xfrm>
            <a:off x="4968000" y="2264760"/>
            <a:ext cx="1415880" cy="1406880"/>
          </a:xfrm>
          <a:custGeom>
            <a:avLst/>
            <a:gdLst>
              <a:gd name="textAreaLeft" fmla="*/ 0 w 1415880"/>
              <a:gd name="textAreaRight" fmla="*/ 1416240 w 1415880"/>
              <a:gd name="textAreaTop" fmla="*/ 0 h 1406880"/>
              <a:gd name="textAreaBottom" fmla="*/ 1407240 h 14068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3cac7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(Δ-Δ)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7" name=""/>
          <p:cNvSpPr/>
          <p:nvPr/>
        </p:nvSpPr>
        <p:spPr>
          <a:xfrm>
            <a:off x="1792800" y="2273400"/>
            <a:ext cx="486000" cy="360"/>
          </a:xfrm>
          <a:custGeom>
            <a:avLst/>
            <a:gdLst>
              <a:gd name="textAreaLeft" fmla="*/ 0 w 486000"/>
              <a:gd name="textAreaRight" fmla="*/ 486360 w 486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8" name=""/>
          <p:cNvSpPr/>
          <p:nvPr/>
        </p:nvSpPr>
        <p:spPr>
          <a:xfrm>
            <a:off x="6472800" y="759600"/>
            <a:ext cx="225360" cy="4435560"/>
          </a:xfrm>
          <a:custGeom>
            <a:avLst/>
            <a:gdLst>
              <a:gd name="textAreaLeft" fmla="*/ 0 w 225360"/>
              <a:gd name="textAreaRight" fmla="*/ 225720 w 225360"/>
              <a:gd name="textAreaTop" fmla="*/ 0 h 4435560"/>
              <a:gd name="textAreaBottom" fmla="*/ 4435920 h 4435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9" name=""/>
          <p:cNvSpPr/>
          <p:nvPr/>
        </p:nvSpPr>
        <p:spPr>
          <a:xfrm flipV="1">
            <a:off x="8546400" y="880200"/>
            <a:ext cx="1149480" cy="158760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0" name=""/>
          <p:cNvSpPr/>
          <p:nvPr/>
        </p:nvSpPr>
        <p:spPr>
          <a:xfrm flipV="1">
            <a:off x="8357760" y="1068480"/>
            <a:ext cx="1353240" cy="137160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1" name=""/>
          <p:cNvSpPr/>
          <p:nvPr/>
        </p:nvSpPr>
        <p:spPr>
          <a:xfrm flipV="1">
            <a:off x="8357760" y="1204200"/>
            <a:ext cx="1338120" cy="105660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2" name=""/>
          <p:cNvSpPr/>
          <p:nvPr/>
        </p:nvSpPr>
        <p:spPr>
          <a:xfrm flipV="1">
            <a:off x="8312040" y="1272240"/>
            <a:ext cx="1388520" cy="87120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3" name=""/>
          <p:cNvSpPr/>
          <p:nvPr/>
        </p:nvSpPr>
        <p:spPr>
          <a:xfrm flipV="1">
            <a:off x="8443800" y="1011960"/>
            <a:ext cx="1252080" cy="143964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4" name=""/>
          <p:cNvSpPr/>
          <p:nvPr/>
        </p:nvSpPr>
        <p:spPr>
          <a:xfrm flipV="1">
            <a:off x="8312040" y="1340280"/>
            <a:ext cx="1398960" cy="70416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5" name=""/>
          <p:cNvSpPr/>
          <p:nvPr/>
        </p:nvSpPr>
        <p:spPr>
          <a:xfrm>
            <a:off x="8314200" y="565200"/>
            <a:ext cx="1512360" cy="1946160"/>
          </a:xfrm>
          <a:custGeom>
            <a:avLst/>
            <a:gdLst>
              <a:gd name="textAreaLeft" fmla="*/ 0 w 1512360"/>
              <a:gd name="textAreaRight" fmla="*/ 1512720 w 1512360"/>
              <a:gd name="textAreaTop" fmla="*/ 0 h 1946160"/>
              <a:gd name="textAreaBottom" fmla="*/ 1946520 h 194616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6" name=""/>
          <p:cNvSpPr/>
          <p:nvPr/>
        </p:nvSpPr>
        <p:spPr>
          <a:xfrm>
            <a:off x="8274600" y="1618920"/>
            <a:ext cx="10944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7" name=""/>
          <p:cNvSpPr/>
          <p:nvPr/>
        </p:nvSpPr>
        <p:spPr>
          <a:xfrm>
            <a:off x="9165960" y="2446560"/>
            <a:ext cx="360" cy="10584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8" name=""/>
          <p:cNvSpPr/>
          <p:nvPr/>
        </p:nvSpPr>
        <p:spPr>
          <a:xfrm>
            <a:off x="8347680" y="1434960"/>
            <a:ext cx="5284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ΔM</a:t>
            </a:r>
            <a:r>
              <a:rPr b="0" lang="en-US" sz="12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9" name=""/>
          <p:cNvSpPr/>
          <p:nvPr/>
        </p:nvSpPr>
        <p:spPr>
          <a:xfrm>
            <a:off x="8975880" y="2154960"/>
            <a:ext cx="77868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0" name=""/>
          <p:cNvSpPr/>
          <p:nvPr/>
        </p:nvSpPr>
        <p:spPr>
          <a:xfrm>
            <a:off x="6756840" y="3115800"/>
            <a:ext cx="1523160" cy="2126880"/>
          </a:xfrm>
          <a:custGeom>
            <a:avLst/>
            <a:gdLst>
              <a:gd name="textAreaLeft" fmla="*/ 0 w 1523160"/>
              <a:gd name="textAreaRight" fmla="*/ 1523520 w 1523160"/>
              <a:gd name="textAreaTop" fmla="*/ 0 h 2126880"/>
              <a:gd name="textAreaBottom" fmla="*/ 2127240 h 212688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1" name=""/>
          <p:cNvSpPr/>
          <p:nvPr/>
        </p:nvSpPr>
        <p:spPr>
          <a:xfrm rot="16200000">
            <a:off x="6356160" y="4022280"/>
            <a:ext cx="106488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δA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λ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/ R</a:t>
            </a:r>
            <a:r>
              <a:rPr b="0" lang="en-US" sz="11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Noto Sans CJK SC"/>
              </a:rPr>
              <a:t>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2" name=""/>
          <p:cNvSpPr/>
          <p:nvPr/>
        </p:nvSpPr>
        <p:spPr>
          <a:xfrm>
            <a:off x="10719000" y="2093400"/>
            <a:ext cx="360" cy="13248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3" name=""/>
          <p:cNvSpPr/>
          <p:nvPr/>
        </p:nvSpPr>
        <p:spPr>
          <a:xfrm>
            <a:off x="6690960" y="4370040"/>
            <a:ext cx="11520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4" name=""/>
          <p:cNvSpPr/>
          <p:nvPr/>
        </p:nvSpPr>
        <p:spPr>
          <a:xfrm flipV="1">
            <a:off x="6802560" y="3115800"/>
            <a:ext cx="1480680" cy="2135880"/>
          </a:xfrm>
          <a:prstGeom prst="line">
            <a:avLst/>
          </a:prstGeom>
          <a:ln w="36720">
            <a:solidFill>
              <a:srgbClr val="2a6099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5" name=""/>
          <p:cNvSpPr/>
          <p:nvPr/>
        </p:nvSpPr>
        <p:spPr>
          <a:xfrm flipV="1">
            <a:off x="6739200" y="3521880"/>
            <a:ext cx="1544040" cy="1631520"/>
          </a:xfrm>
          <a:prstGeom prst="line">
            <a:avLst/>
          </a:prstGeom>
          <a:ln w="36720">
            <a:solidFill>
              <a:srgbClr val="55308d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6" name=""/>
          <p:cNvSpPr/>
          <p:nvPr/>
        </p:nvSpPr>
        <p:spPr>
          <a:xfrm flipV="1">
            <a:off x="6739200" y="3690720"/>
            <a:ext cx="1544040" cy="1470600"/>
          </a:xfrm>
          <a:prstGeom prst="line">
            <a:avLst/>
          </a:prstGeom>
          <a:ln w="36720">
            <a:solidFill>
              <a:srgbClr val="bf0041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7" name=""/>
          <p:cNvSpPr/>
          <p:nvPr/>
        </p:nvSpPr>
        <p:spPr>
          <a:xfrm flipV="1">
            <a:off x="6759000" y="3834720"/>
            <a:ext cx="1524240" cy="972360"/>
          </a:xfrm>
          <a:prstGeom prst="line">
            <a:avLst/>
          </a:prstGeom>
          <a:ln w="36720">
            <a:solidFill>
              <a:srgbClr val="ff8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8" name=""/>
          <p:cNvSpPr/>
          <p:nvPr/>
        </p:nvSpPr>
        <p:spPr>
          <a:xfrm flipV="1">
            <a:off x="6807240" y="3259800"/>
            <a:ext cx="1476000" cy="1973880"/>
          </a:xfrm>
          <a:prstGeom prst="line">
            <a:avLst/>
          </a:prstGeom>
          <a:ln w="3672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9" name=""/>
          <p:cNvSpPr/>
          <p:nvPr/>
        </p:nvSpPr>
        <p:spPr>
          <a:xfrm flipV="1">
            <a:off x="6736320" y="3978360"/>
            <a:ext cx="1546920" cy="92448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0" name=""/>
          <p:cNvSpPr/>
          <p:nvPr/>
        </p:nvSpPr>
        <p:spPr>
          <a:xfrm>
            <a:off x="7244280" y="4489560"/>
            <a:ext cx="140040" cy="14004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1" name=""/>
          <p:cNvSpPr/>
          <p:nvPr/>
        </p:nvSpPr>
        <p:spPr>
          <a:xfrm>
            <a:off x="7470720" y="4136760"/>
            <a:ext cx="140040" cy="1400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2" name=""/>
          <p:cNvSpPr/>
          <p:nvPr/>
        </p:nvSpPr>
        <p:spPr>
          <a:xfrm>
            <a:off x="7470720" y="4227120"/>
            <a:ext cx="140040" cy="1400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3" name=""/>
          <p:cNvSpPr/>
          <p:nvPr/>
        </p:nvSpPr>
        <p:spPr>
          <a:xfrm>
            <a:off x="7470720" y="4295160"/>
            <a:ext cx="140040" cy="1400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4" name=""/>
          <p:cNvSpPr/>
          <p:nvPr/>
        </p:nvSpPr>
        <p:spPr>
          <a:xfrm>
            <a:off x="7470720" y="4363200"/>
            <a:ext cx="140040" cy="1400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5" name=""/>
          <p:cNvSpPr/>
          <p:nvPr/>
        </p:nvSpPr>
        <p:spPr>
          <a:xfrm>
            <a:off x="7470720" y="4114080"/>
            <a:ext cx="140040" cy="1400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6" name=""/>
          <p:cNvSpPr/>
          <p:nvPr/>
        </p:nvSpPr>
        <p:spPr>
          <a:xfrm>
            <a:off x="9661680" y="734760"/>
            <a:ext cx="16992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9640" bIns="8964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7" name=""/>
          <p:cNvSpPr/>
          <p:nvPr/>
        </p:nvSpPr>
        <p:spPr>
          <a:xfrm>
            <a:off x="9661680" y="879840"/>
            <a:ext cx="16992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9280" bIns="892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V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8" name=""/>
          <p:cNvSpPr/>
          <p:nvPr/>
        </p:nvSpPr>
        <p:spPr>
          <a:xfrm>
            <a:off x="9715680" y="998280"/>
            <a:ext cx="13032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9280" bIns="892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I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9" name=""/>
          <p:cNvSpPr/>
          <p:nvPr/>
        </p:nvSpPr>
        <p:spPr>
          <a:xfrm>
            <a:off x="9695160" y="1107360"/>
            <a:ext cx="1533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9280" bIns="892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J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0" name=""/>
          <p:cNvSpPr/>
          <p:nvPr/>
        </p:nvSpPr>
        <p:spPr>
          <a:xfrm>
            <a:off x="9662040" y="1229760"/>
            <a:ext cx="17532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9280" bIns="892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1" name=""/>
          <p:cNvSpPr/>
          <p:nvPr/>
        </p:nvSpPr>
        <p:spPr>
          <a:xfrm>
            <a:off x="9662040" y="1352160"/>
            <a:ext cx="169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9280" bIns="89280" anchor="t">
            <a:noAutofit/>
          </a:bodyPr>
          <a:p>
            <a:pPr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K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2" name=""/>
          <p:cNvSpPr/>
          <p:nvPr/>
        </p:nvSpPr>
        <p:spPr>
          <a:xfrm>
            <a:off x="8366400" y="3078360"/>
            <a:ext cx="1460160" cy="2176200"/>
          </a:xfrm>
          <a:custGeom>
            <a:avLst/>
            <a:gdLst>
              <a:gd name="textAreaLeft" fmla="*/ 0 w 1460160"/>
              <a:gd name="textAreaRight" fmla="*/ 1460520 w 1460160"/>
              <a:gd name="textAreaTop" fmla="*/ 0 h 2176200"/>
              <a:gd name="textAreaBottom" fmla="*/ 2176560 h 217620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3" name=""/>
          <p:cNvSpPr/>
          <p:nvPr/>
        </p:nvSpPr>
        <p:spPr>
          <a:xfrm>
            <a:off x="9022320" y="4928760"/>
            <a:ext cx="7650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7120" bIns="8712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4" name=""/>
          <p:cNvSpPr/>
          <p:nvPr/>
        </p:nvSpPr>
        <p:spPr>
          <a:xfrm rot="16200000">
            <a:off x="7883280" y="4039560"/>
            <a:ext cx="1193760" cy="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RMS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5" name=""/>
          <p:cNvSpPr/>
          <p:nvPr/>
        </p:nvSpPr>
        <p:spPr>
          <a:xfrm>
            <a:off x="9171720" y="5179680"/>
            <a:ext cx="360" cy="1123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6" name=""/>
          <p:cNvSpPr/>
          <p:nvPr/>
        </p:nvSpPr>
        <p:spPr>
          <a:xfrm>
            <a:off x="8301960" y="4377960"/>
            <a:ext cx="11196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7" name=""/>
          <p:cNvSpPr/>
          <p:nvPr/>
        </p:nvSpPr>
        <p:spPr>
          <a:xfrm>
            <a:off x="8380080" y="3270960"/>
            <a:ext cx="1446480" cy="1707840"/>
          </a:xfrm>
          <a:custGeom>
            <a:avLst/>
            <a:gdLst>
              <a:gd name="textAreaLeft" fmla="*/ 0 w 1446480"/>
              <a:gd name="textAreaRight" fmla="*/ 1446840 w 1446480"/>
              <a:gd name="textAreaTop" fmla="*/ 0 h 1707840"/>
              <a:gd name="textAreaBottom" fmla="*/ 1708200 h 1707840"/>
            </a:gdLst>
            <a:ahLst/>
            <a:cxnLst/>
            <a:rect l="textAreaLeft" t="textAreaTop" r="textAreaRight" b="textAreaBottom"/>
            <a:pathLst>
              <a:path fill="none" w="7555" h="6384">
                <a:moveTo>
                  <a:pt x="0" y="5437"/>
                </a:moveTo>
                <a:cubicBezTo>
                  <a:pt x="2519" y="9321"/>
                  <a:pt x="7555" y="0"/>
                  <a:pt x="7555" y="0"/>
                </a:cubicBezTo>
              </a:path>
            </a:pathLst>
          </a:custGeom>
          <a:noFill/>
          <a:ln w="12600">
            <a:solidFill>
              <a:srgbClr val="8611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8" name=""/>
          <p:cNvSpPr/>
          <p:nvPr/>
        </p:nvSpPr>
        <p:spPr>
          <a:xfrm>
            <a:off x="8345160" y="4983120"/>
            <a:ext cx="341640" cy="243360"/>
          </a:xfrm>
          <a:custGeom>
            <a:avLst/>
            <a:gdLst>
              <a:gd name="textAreaLeft" fmla="*/ 0 w 341640"/>
              <a:gd name="textAreaRight" fmla="*/ 342000 w 341640"/>
              <a:gd name="textAreaTop" fmla="*/ 0 h 243360"/>
              <a:gd name="textAreaBottom" fmla="*/ 243720 h 243360"/>
            </a:gdLst>
            <a:ahLst/>
            <a:cxnLst/>
            <a:rect l="textAreaLeft" t="textAreaTop" r="textAreaRight" b="textAreaBottom"/>
            <a:pathLst>
              <a:path fill="none" w="1570" h="1122">
                <a:moveTo>
                  <a:pt x="1570" y="1122"/>
                </a:moveTo>
                <a:lnTo>
                  <a:pt x="1570" y="0"/>
                </a:lnTo>
                <a:lnTo>
                  <a:pt x="0" y="0"/>
                </a:lnTo>
              </a:path>
            </a:pathLst>
          </a:custGeom>
          <a:noFill/>
          <a:ln w="0">
            <a:solidFill>
              <a:srgbClr val="f10d0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9" name=""/>
          <p:cNvSpPr/>
          <p:nvPr/>
        </p:nvSpPr>
        <p:spPr>
          <a:xfrm>
            <a:off x="9108360" y="4539240"/>
            <a:ext cx="136080" cy="13608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0" name=""/>
          <p:cNvSpPr/>
          <p:nvPr/>
        </p:nvSpPr>
        <p:spPr>
          <a:xfrm>
            <a:off x="8624880" y="4907520"/>
            <a:ext cx="136080" cy="135360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1" name=""/>
          <p:cNvSpPr/>
          <p:nvPr/>
        </p:nvSpPr>
        <p:spPr>
          <a:xfrm>
            <a:off x="7551720" y="5179680"/>
            <a:ext cx="360" cy="11232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2" name=""/>
          <p:cNvSpPr/>
          <p:nvPr/>
        </p:nvSpPr>
        <p:spPr>
          <a:xfrm>
            <a:off x="7402320" y="4946040"/>
            <a:ext cx="7650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7120" bIns="8712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3" name=""/>
          <p:cNvSpPr/>
          <p:nvPr/>
        </p:nvSpPr>
        <p:spPr>
          <a:xfrm flipV="1">
            <a:off x="6741720" y="1315440"/>
            <a:ext cx="1400760" cy="729720"/>
          </a:xfrm>
          <a:prstGeom prst="line">
            <a:avLst/>
          </a:prstGeom>
          <a:ln w="36720">
            <a:solidFill>
              <a:srgbClr val="00a9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4" name=""/>
          <p:cNvSpPr/>
          <p:nvPr/>
        </p:nvSpPr>
        <p:spPr>
          <a:xfrm>
            <a:off x="6750000" y="565200"/>
            <a:ext cx="1476360" cy="1933560"/>
          </a:xfrm>
          <a:custGeom>
            <a:avLst/>
            <a:gdLst>
              <a:gd name="textAreaLeft" fmla="*/ 0 w 1476360"/>
              <a:gd name="textAreaRight" fmla="*/ 1476720 w 1476360"/>
              <a:gd name="textAreaTop" fmla="*/ 0 h 1933560"/>
              <a:gd name="textAreaBottom" fmla="*/ 1933920 h 1933560"/>
            </a:gdLst>
            <a:ahLst/>
            <a:cxnLst/>
            <a:rect l="textAreaLeft" t="textAreaTop" r="textAreaRight" b="textAreaBottom"/>
            <a:pathLst>
              <a:path fill="none" w="7620" h="7620">
                <a:moveTo>
                  <a:pt x="0" y="0"/>
                </a:moveTo>
                <a:lnTo>
                  <a:pt x="0" y="7620"/>
                </a:lnTo>
                <a:lnTo>
                  <a:pt x="7620" y="7620"/>
                </a:lnTo>
              </a:path>
            </a:pathLst>
          </a:custGeom>
          <a:noFill/>
          <a:ln w="54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5" name=""/>
          <p:cNvSpPr/>
          <p:nvPr/>
        </p:nvSpPr>
        <p:spPr>
          <a:xfrm>
            <a:off x="7505640" y="1143360"/>
            <a:ext cx="133200" cy="132840"/>
          </a:xfrm>
          <a:prstGeom prst="su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160" bIns="21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6" name=""/>
          <p:cNvSpPr/>
          <p:nvPr/>
        </p:nvSpPr>
        <p:spPr>
          <a:xfrm flipV="1">
            <a:off x="7571160" y="1293840"/>
            <a:ext cx="360" cy="272880"/>
          </a:xfrm>
          <a:prstGeom prst="line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7" name=""/>
          <p:cNvSpPr/>
          <p:nvPr/>
        </p:nvSpPr>
        <p:spPr>
          <a:xfrm>
            <a:off x="6757920" y="1491840"/>
            <a:ext cx="5151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8" name=""/>
          <p:cNvSpPr/>
          <p:nvPr/>
        </p:nvSpPr>
        <p:spPr>
          <a:xfrm>
            <a:off x="7348680" y="2179440"/>
            <a:ext cx="69876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9" name=""/>
          <p:cNvSpPr/>
          <p:nvPr/>
        </p:nvSpPr>
        <p:spPr>
          <a:xfrm>
            <a:off x="7549920" y="1234080"/>
            <a:ext cx="58932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δA</a:t>
            </a:r>
            <a:r>
              <a:rPr b="0" lang="en-US" sz="105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0" name=""/>
          <p:cNvSpPr/>
          <p:nvPr/>
        </p:nvSpPr>
        <p:spPr>
          <a:xfrm rot="20098800">
            <a:off x="7593120" y="1387440"/>
            <a:ext cx="741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5960" bIns="75960" anchor="t">
            <a:noAutofit/>
          </a:bodyPr>
          <a:p>
            <a:pPr>
              <a:lnSpc>
                <a:spcPct val="100000"/>
              </a:lnSpc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Slope = α</a:t>
            </a:r>
            <a:r>
              <a:rPr b="0" lang="en-US" sz="9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1" name=""/>
          <p:cNvSpPr/>
          <p:nvPr/>
        </p:nvSpPr>
        <p:spPr>
          <a:xfrm>
            <a:off x="7557840" y="2463120"/>
            <a:ext cx="360" cy="10944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2" name=""/>
          <p:cNvSpPr/>
          <p:nvPr/>
        </p:nvSpPr>
        <p:spPr>
          <a:xfrm>
            <a:off x="6701400" y="1644120"/>
            <a:ext cx="10944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3" name=""/>
          <p:cNvSpPr/>
          <p:nvPr/>
        </p:nvSpPr>
        <p:spPr>
          <a:xfrm rot="16200000">
            <a:off x="5445720" y="1261080"/>
            <a:ext cx="1899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trike="noStrike" u="sng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From all Cepheids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4" name=""/>
          <p:cNvSpPr/>
          <p:nvPr/>
        </p:nvSpPr>
        <p:spPr>
          <a:xfrm rot="16200000">
            <a:off x="5430600" y="3817800"/>
            <a:ext cx="189936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trike="noStrike" u="sng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For each Cepheid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5" name=""/>
          <p:cNvSpPr/>
          <p:nvPr/>
        </p:nvSpPr>
        <p:spPr>
          <a:xfrm>
            <a:off x="5513400" y="5130360"/>
            <a:ext cx="114876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(δμ, δE</a:t>
            </a:r>
            <a:r>
              <a:rPr b="0" lang="en-US" sz="15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BV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6" name=""/>
          <p:cNvSpPr/>
          <p:nvPr/>
        </p:nvSpPr>
        <p:spPr>
          <a:xfrm>
            <a:off x="228600" y="4334400"/>
            <a:ext cx="754560" cy="45324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7" name=""/>
          <p:cNvSpPr/>
          <p:nvPr/>
        </p:nvSpPr>
        <p:spPr>
          <a:xfrm>
            <a:off x="878400" y="3484800"/>
            <a:ext cx="910440" cy="45324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8" name=""/>
          <p:cNvSpPr/>
          <p:nvPr/>
        </p:nvSpPr>
        <p:spPr>
          <a:xfrm flipV="1">
            <a:off x="577800" y="3936240"/>
            <a:ext cx="754560" cy="379080"/>
          </a:xfrm>
          <a:custGeom>
            <a:avLst/>
            <a:gdLst>
              <a:gd name="textAreaLeft" fmla="*/ 0 w 754560"/>
              <a:gd name="textAreaRight" fmla="*/ 754920 w 754560"/>
              <a:gd name="textAreaTop" fmla="*/ -360 h 379080"/>
              <a:gd name="textAreaBottom" fmla="*/ 379080 h 3790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9" name=""/>
          <p:cNvSpPr/>
          <p:nvPr/>
        </p:nvSpPr>
        <p:spPr>
          <a:xfrm>
            <a:off x="1524600" y="4334400"/>
            <a:ext cx="637560" cy="45324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µ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0" name=""/>
          <p:cNvSpPr/>
          <p:nvPr/>
        </p:nvSpPr>
        <p:spPr>
          <a:xfrm flipH="1" flipV="1">
            <a:off x="1366560" y="3936240"/>
            <a:ext cx="497880" cy="379080"/>
          </a:xfrm>
          <a:custGeom>
            <a:avLst/>
            <a:gdLst>
              <a:gd name="textAreaLeft" fmla="*/ -360 w 497880"/>
              <a:gd name="textAreaRight" fmla="*/ 497880 w 497880"/>
              <a:gd name="textAreaTop" fmla="*/ -360 h 379080"/>
              <a:gd name="textAreaBottom" fmla="*/ 379080 h 3790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1" name=""/>
          <p:cNvSpPr/>
          <p:nvPr/>
        </p:nvSpPr>
        <p:spPr>
          <a:xfrm>
            <a:off x="2640600" y="4334400"/>
            <a:ext cx="660240" cy="45324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A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2" name=""/>
          <p:cNvSpPr/>
          <p:nvPr/>
        </p:nvSpPr>
        <p:spPr>
          <a:xfrm>
            <a:off x="2282400" y="3484800"/>
            <a:ext cx="910440" cy="453240"/>
          </a:xfrm>
          <a:prstGeom prst="rect">
            <a:avLst/>
          </a:prstGeom>
          <a:solidFill>
            <a:srgbClr val="ec9b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0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0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3" name=""/>
          <p:cNvSpPr/>
          <p:nvPr/>
        </p:nvSpPr>
        <p:spPr>
          <a:xfrm flipH="1" flipV="1">
            <a:off x="2738160" y="3936240"/>
            <a:ext cx="242280" cy="379080"/>
          </a:xfrm>
          <a:custGeom>
            <a:avLst/>
            <a:gdLst>
              <a:gd name="textAreaLeft" fmla="*/ -360 w 242280"/>
              <a:gd name="textAreaRight" fmla="*/ 242280 w 242280"/>
              <a:gd name="textAreaTop" fmla="*/ -360 h 379080"/>
              <a:gd name="textAreaBottom" fmla="*/ 379080 h 3790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4" name=""/>
          <p:cNvSpPr/>
          <p:nvPr/>
        </p:nvSpPr>
        <p:spPr>
          <a:xfrm>
            <a:off x="1792800" y="3713400"/>
            <a:ext cx="486000" cy="360"/>
          </a:xfrm>
          <a:custGeom>
            <a:avLst/>
            <a:gdLst>
              <a:gd name="textAreaLeft" fmla="*/ 0 w 486000"/>
              <a:gd name="textAreaRight" fmla="*/ 486360 w 486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5" name=""/>
          <p:cNvSpPr/>
          <p:nvPr/>
        </p:nvSpPr>
        <p:spPr>
          <a:xfrm>
            <a:off x="3972600" y="5077800"/>
            <a:ext cx="932760" cy="553680"/>
          </a:xfrm>
          <a:prstGeom prst="ellipse">
            <a:avLst/>
          </a:prstGeom>
          <a:solidFill>
            <a:srgbClr val="f6f9d4"/>
          </a:solidFill>
          <a:ln w="0">
            <a:solidFill>
              <a:srgbClr val="3a1a0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M</a:t>
            </a:r>
            <a:r>
              <a:rPr b="1" lang="en-US" sz="1800" strike="noStrike" u="none" baseline="33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0</a:t>
            </a:r>
            <a:r>
              <a:rPr b="1" lang="en-US" sz="1800" strike="noStrike" u="none" baseline="-8000">
                <a:solidFill>
                  <a:srgbClr val="000000"/>
                </a:solidFill>
                <a:effectLst/>
                <a:uFillTx/>
                <a:latin typeface="LM Roman 10"/>
                <a:ea typeface="DejaVu Sans"/>
              </a:rPr>
              <a:t>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6" name=""/>
          <p:cNvSpPr/>
          <p:nvPr/>
        </p:nvSpPr>
        <p:spPr>
          <a:xfrm>
            <a:off x="1828800" y="4790880"/>
            <a:ext cx="360" cy="5749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7" name=""/>
          <p:cNvSpPr/>
          <p:nvPr/>
        </p:nvSpPr>
        <p:spPr>
          <a:xfrm>
            <a:off x="2944800" y="4790880"/>
            <a:ext cx="360" cy="5749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8" name=""/>
          <p:cNvSpPr/>
          <p:nvPr/>
        </p:nvSpPr>
        <p:spPr>
          <a:xfrm>
            <a:off x="541800" y="5365800"/>
            <a:ext cx="3429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9" name=""/>
          <p:cNvSpPr/>
          <p:nvPr/>
        </p:nvSpPr>
        <p:spPr>
          <a:xfrm>
            <a:off x="568800" y="4790880"/>
            <a:ext cx="360" cy="5749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0" name=""/>
          <p:cNvSpPr/>
          <p:nvPr/>
        </p:nvSpPr>
        <p:spPr>
          <a:xfrm flipH="1">
            <a:off x="4908600" y="5365800"/>
            <a:ext cx="60768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1" name=""/>
          <p:cNvSpPr/>
          <p:nvPr/>
        </p:nvSpPr>
        <p:spPr>
          <a:xfrm>
            <a:off x="444600" y="280800"/>
            <a:ext cx="616896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Calibration procedure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2" name=""/>
          <p:cNvSpPr/>
          <p:nvPr/>
        </p:nvSpPr>
        <p:spPr>
          <a:xfrm>
            <a:off x="228600" y="3429000"/>
            <a:ext cx="2415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3" name=""/>
          <p:cNvSpPr/>
          <p:nvPr/>
        </p:nvSpPr>
        <p:spPr>
          <a:xfrm>
            <a:off x="948600" y="1305000"/>
            <a:ext cx="41976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4" name=""/>
          <p:cNvSpPr/>
          <p:nvPr/>
        </p:nvSpPr>
        <p:spPr>
          <a:xfrm>
            <a:off x="3936960" y="2349360"/>
            <a:ext cx="41976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5" name=""/>
          <p:cNvSpPr/>
          <p:nvPr/>
        </p:nvSpPr>
        <p:spPr>
          <a:xfrm>
            <a:off x="6961320" y="297720"/>
            <a:ext cx="41976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6" name=""/>
          <p:cNvSpPr/>
          <p:nvPr/>
        </p:nvSpPr>
        <p:spPr>
          <a:xfrm>
            <a:off x="6961680" y="2782080"/>
            <a:ext cx="41976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7" name=""/>
          <p:cNvSpPr/>
          <p:nvPr/>
        </p:nvSpPr>
        <p:spPr>
          <a:xfrm>
            <a:off x="5018040" y="4942440"/>
            <a:ext cx="4197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FFBF0A5C-CBF9-4986-8DD9-E15F953F7D56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Resource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59" name=""/>
          <p:cNvGraphicFramePr/>
          <p:nvPr/>
        </p:nvGraphicFramePr>
        <p:xfrm>
          <a:off x="360000" y="1080000"/>
          <a:ext cx="9363240" cy="3581280"/>
        </p:xfrm>
        <a:graphic>
          <a:graphicData uri="http://schemas.openxmlformats.org/drawingml/2006/table">
            <a:tbl>
              <a:tblPr/>
              <a:tblGrid>
                <a:gridCol w="2340000"/>
                <a:gridCol w="2217600"/>
                <a:gridCol w="4806000"/>
              </a:tblGrid>
              <a:tr h="35820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Slide Number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Content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Source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</a:tr>
              <a:tr h="3582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Light Curve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ThomasK Vbg, wikipedia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Blackbody curve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1993 The Interstellar Extinction Curve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54600"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55320"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194"/>
          </p:nvPr>
        </p:nvSpPr>
        <p:spPr/>
        <p:txBody>
          <a:bodyPr/>
          <a:p>
            <a:fld id="{D274E711-229E-420E-9204-9E36A1ABCD2F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"/>
          <p:cNvSpPr/>
          <p:nvPr/>
        </p:nvSpPr>
        <p:spPr>
          <a:xfrm>
            <a:off x="4476600" y="961200"/>
            <a:ext cx="3890880" cy="3409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Local minima of spacetime curvature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Star Formation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313D9E3E-F115-42AE-9424-E661F022D53C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"/>
          <p:cNvSpPr/>
          <p:nvPr/>
        </p:nvSpPr>
        <p:spPr>
          <a:xfrm>
            <a:off x="4476600" y="961200"/>
            <a:ext cx="3890880" cy="3409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Local minima of spacetime curvature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3" name=""/>
          <p:cNvSpPr/>
          <p:nvPr/>
        </p:nvSpPr>
        <p:spPr>
          <a:xfrm>
            <a:off x="1301400" y="1792800"/>
            <a:ext cx="2086200" cy="1973160"/>
          </a:xfrm>
          <a:prstGeom prst="ellipse">
            <a:avLst/>
          </a:prstGeom>
          <a:gradFill rotWithShape="0">
            <a:gsLst>
              <a:gs pos="0">
                <a:srgbClr val="ffff00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</a:gradFill>
          <a:ln w="57240">
            <a:solidFill>
              <a:srgbClr val="cccccc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4" name=""/>
          <p:cNvSpPr/>
          <p:nvPr/>
        </p:nvSpPr>
        <p:spPr>
          <a:xfrm flipH="1">
            <a:off x="3393000" y="1792800"/>
            <a:ext cx="950400" cy="493200"/>
          </a:xfrm>
          <a:prstGeom prst="line">
            <a:avLst/>
          </a:prstGeom>
          <a:ln w="180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5" name=""/>
          <p:cNvSpPr/>
          <p:nvPr/>
        </p:nvSpPr>
        <p:spPr>
          <a:xfrm>
            <a:off x="4440960" y="1573200"/>
            <a:ext cx="4675680" cy="3409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Gravitation collapse of (molecular) gas cloud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Star Formation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054F9AF2-7FBA-4E13-A11C-50563DEF6051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"/>
          <p:cNvSpPr/>
          <p:nvPr/>
        </p:nvSpPr>
        <p:spPr>
          <a:xfrm>
            <a:off x="4476600" y="961200"/>
            <a:ext cx="3890880" cy="3409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Local minima of spacetime curvature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8" name=""/>
          <p:cNvSpPr/>
          <p:nvPr/>
        </p:nvSpPr>
        <p:spPr>
          <a:xfrm flipH="1">
            <a:off x="2971800" y="2322000"/>
            <a:ext cx="1371600" cy="421200"/>
          </a:xfrm>
          <a:prstGeom prst="line">
            <a:avLst/>
          </a:prstGeom>
          <a:ln w="180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9" name=""/>
          <p:cNvSpPr/>
          <p:nvPr/>
        </p:nvSpPr>
        <p:spPr>
          <a:xfrm>
            <a:off x="4440960" y="1573200"/>
            <a:ext cx="4675680" cy="3409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Gravitation collapse of (molecular) gas cloud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0" name=""/>
          <p:cNvSpPr/>
          <p:nvPr/>
        </p:nvSpPr>
        <p:spPr>
          <a:xfrm>
            <a:off x="4440960" y="2149560"/>
            <a:ext cx="4661640" cy="5968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Protostar core getting denser and warmer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Star Formation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2" name=""/>
          <p:cNvSpPr/>
          <p:nvPr/>
        </p:nvSpPr>
        <p:spPr>
          <a:xfrm>
            <a:off x="1301400" y="1792800"/>
            <a:ext cx="2086200" cy="1973160"/>
          </a:xfrm>
          <a:prstGeom prst="ellipse">
            <a:avLst/>
          </a:prstGeom>
          <a:gradFill rotWithShape="0">
            <a:gsLst>
              <a:gs pos="0">
                <a:srgbClr val="dde8cb"/>
              </a:gs>
              <a:gs pos="100000">
                <a:srgbClr val="ffd7d7">
                  <a:alpha val="0"/>
                </a:srgbClr>
              </a:gs>
            </a:gsLst>
            <a:lin ang="3600000"/>
          </a:gradFill>
          <a:ln w="57240">
            <a:solidFill>
              <a:srgbClr val="cccccc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3" name=""/>
          <p:cNvSpPr/>
          <p:nvPr/>
        </p:nvSpPr>
        <p:spPr>
          <a:xfrm>
            <a:off x="1793160" y="2190600"/>
            <a:ext cx="1137600" cy="1137600"/>
          </a:xfrm>
          <a:prstGeom prst="ellipse">
            <a:avLst/>
          </a:prstGeom>
          <a:gradFill rotWithShape="0">
            <a:gsLst>
              <a:gs pos="0">
                <a:srgbClr val="fff5ce">
                  <a:alpha val="0"/>
                </a:srgbClr>
              </a:gs>
              <a:gs pos="50000">
                <a:srgbClr val="fff5ce"/>
              </a:gs>
              <a:gs pos="100000">
                <a:srgbClr val="fff5ce">
                  <a:alpha val="0"/>
                </a:srgbClr>
              </a:gs>
            </a:gsLst>
            <a:lin ang="5400000"/>
          </a:gradFill>
          <a:ln w="18000">
            <a:solidFill>
              <a:srgbClr val="ffd8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953FB704-342C-4CA7-8CAA-F066DBE93751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"/>
          <p:cNvSpPr/>
          <p:nvPr/>
        </p:nvSpPr>
        <p:spPr>
          <a:xfrm>
            <a:off x="4476600" y="961200"/>
            <a:ext cx="3890880" cy="3409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Local minima of spacetime curvature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5" name=""/>
          <p:cNvSpPr/>
          <p:nvPr/>
        </p:nvSpPr>
        <p:spPr>
          <a:xfrm flipH="1" flipV="1">
            <a:off x="3200400" y="2743200"/>
            <a:ext cx="1240560" cy="72000"/>
          </a:xfrm>
          <a:prstGeom prst="line">
            <a:avLst/>
          </a:prstGeom>
          <a:ln w="180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6" name=""/>
          <p:cNvSpPr/>
          <p:nvPr/>
        </p:nvSpPr>
        <p:spPr>
          <a:xfrm>
            <a:off x="4440960" y="1573200"/>
            <a:ext cx="4675680" cy="34092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Gravitation collapse of (molecular) gas cloud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7" name=""/>
          <p:cNvSpPr/>
          <p:nvPr/>
        </p:nvSpPr>
        <p:spPr>
          <a:xfrm>
            <a:off x="4440960" y="2149560"/>
            <a:ext cx="4661640" cy="5968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Protostar disk forms, denser and warmer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8" name=""/>
          <p:cNvSpPr/>
          <p:nvPr/>
        </p:nvSpPr>
        <p:spPr>
          <a:xfrm>
            <a:off x="4440960" y="2689920"/>
            <a:ext cx="4661640" cy="59688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Temperature: 100-10,000 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Star Formation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0" name=""/>
          <p:cNvSpPr/>
          <p:nvPr/>
        </p:nvSpPr>
        <p:spPr>
          <a:xfrm>
            <a:off x="1793880" y="2190600"/>
            <a:ext cx="1137600" cy="1137600"/>
          </a:xfrm>
          <a:prstGeom prst="ellipse">
            <a:avLst/>
          </a:prstGeom>
          <a:gradFill rotWithShape="0">
            <a:gsLst>
              <a:gs pos="0">
                <a:srgbClr val="ff0000">
                  <a:alpha val="0"/>
                </a:srgbClr>
              </a:gs>
              <a:gs pos="100000">
                <a:srgbClr val="be480a"/>
              </a:gs>
            </a:gsLst>
            <a:path path="circle">
              <a:fillToRect l="50000" t="50000" r="50000" b="50000"/>
            </a:path>
          </a:gradFill>
          <a:ln w="18000">
            <a:solidFill>
              <a:srgbClr val="ffff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1" name=""/>
          <p:cNvSpPr/>
          <p:nvPr/>
        </p:nvSpPr>
        <p:spPr>
          <a:xfrm>
            <a:off x="1301400" y="1792800"/>
            <a:ext cx="2086200" cy="1973160"/>
          </a:xfrm>
          <a:prstGeom prst="ellipse">
            <a:avLst/>
          </a:prstGeom>
          <a:gradFill rotWithShape="0">
            <a:gsLst>
              <a:gs pos="0">
                <a:srgbClr val="dde8cb"/>
              </a:gs>
              <a:gs pos="100000">
                <a:srgbClr val="ffd7d7">
                  <a:alpha val="0"/>
                </a:srgbClr>
              </a:gs>
            </a:gsLst>
            <a:lin ang="3600000"/>
          </a:gradFill>
          <a:ln w="57240">
            <a:solidFill>
              <a:srgbClr val="cccccc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D3CCECFA-4868-4B4D-9DB8-780D19BEE2ED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46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Astronomical Standards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83" name=""/>
          <p:cNvGrpSpPr/>
          <p:nvPr/>
        </p:nvGrpSpPr>
        <p:grpSpPr>
          <a:xfrm>
            <a:off x="7491600" y="1864800"/>
            <a:ext cx="1753200" cy="1645200"/>
            <a:chOff x="7491600" y="1864800"/>
            <a:chExt cx="1753200" cy="1645200"/>
          </a:xfrm>
        </p:grpSpPr>
        <p:sp>
          <p:nvSpPr>
            <p:cNvPr id="1884" name=""/>
            <p:cNvSpPr/>
            <p:nvPr/>
          </p:nvSpPr>
          <p:spPr>
            <a:xfrm>
              <a:off x="8749080" y="2729160"/>
              <a:ext cx="495720" cy="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5" name=""/>
            <p:cNvSpPr/>
            <p:nvPr/>
          </p:nvSpPr>
          <p:spPr>
            <a:xfrm>
              <a:off x="8717760" y="2901600"/>
              <a:ext cx="427680" cy="1263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6" name=""/>
            <p:cNvSpPr/>
            <p:nvPr/>
          </p:nvSpPr>
          <p:spPr>
            <a:xfrm>
              <a:off x="8655480" y="3011400"/>
              <a:ext cx="375480" cy="315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7" name=""/>
            <p:cNvSpPr/>
            <p:nvPr/>
          </p:nvSpPr>
          <p:spPr>
            <a:xfrm flipV="1">
              <a:off x="8717760" y="2430720"/>
              <a:ext cx="427680" cy="1418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8" name=""/>
            <p:cNvSpPr/>
            <p:nvPr/>
          </p:nvSpPr>
          <p:spPr>
            <a:xfrm flipV="1">
              <a:off x="8634600" y="2131920"/>
              <a:ext cx="396360" cy="3301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9" name=""/>
            <p:cNvSpPr/>
            <p:nvPr/>
          </p:nvSpPr>
          <p:spPr>
            <a:xfrm flipV="1">
              <a:off x="8421480" y="1864800"/>
              <a:ext cx="45720" cy="5148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0" name=""/>
            <p:cNvSpPr/>
            <p:nvPr/>
          </p:nvSpPr>
          <p:spPr>
            <a:xfrm flipH="1" flipV="1">
              <a:off x="8154360" y="1864800"/>
              <a:ext cx="142200" cy="504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1" name=""/>
            <p:cNvSpPr/>
            <p:nvPr/>
          </p:nvSpPr>
          <p:spPr>
            <a:xfrm flipV="1">
              <a:off x="8550720" y="1948680"/>
              <a:ext cx="245160" cy="482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2" name=""/>
            <p:cNvSpPr/>
            <p:nvPr/>
          </p:nvSpPr>
          <p:spPr>
            <a:xfrm>
              <a:off x="8530560" y="3074040"/>
              <a:ext cx="13500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3" name=""/>
            <p:cNvSpPr/>
            <p:nvPr/>
          </p:nvSpPr>
          <p:spPr>
            <a:xfrm flipH="1">
              <a:off x="8253360" y="3074040"/>
              <a:ext cx="74160" cy="4359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4" name=""/>
            <p:cNvSpPr/>
            <p:nvPr/>
          </p:nvSpPr>
          <p:spPr>
            <a:xfrm flipH="1">
              <a:off x="7872480" y="3011400"/>
              <a:ext cx="283320" cy="29952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5" name=""/>
            <p:cNvSpPr/>
            <p:nvPr/>
          </p:nvSpPr>
          <p:spPr>
            <a:xfrm flipH="1">
              <a:off x="7658640" y="2886120"/>
              <a:ext cx="388080" cy="24156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6" name=""/>
            <p:cNvSpPr/>
            <p:nvPr/>
          </p:nvSpPr>
          <p:spPr>
            <a:xfrm flipH="1">
              <a:off x="7543800" y="2760840"/>
              <a:ext cx="455760" cy="680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7" name=""/>
            <p:cNvSpPr/>
            <p:nvPr/>
          </p:nvSpPr>
          <p:spPr>
            <a:xfrm flipH="1" flipV="1">
              <a:off x="7575120" y="2131920"/>
              <a:ext cx="487080" cy="37800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8" name=""/>
            <p:cNvSpPr/>
            <p:nvPr/>
          </p:nvSpPr>
          <p:spPr>
            <a:xfrm flipH="1" flipV="1">
              <a:off x="7857000" y="1932840"/>
              <a:ext cx="297360" cy="49788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9" name=""/>
            <p:cNvSpPr/>
            <p:nvPr/>
          </p:nvSpPr>
          <p:spPr>
            <a:xfrm flipH="1" flipV="1">
              <a:off x="7491600" y="2446560"/>
              <a:ext cx="511200" cy="183240"/>
            </a:xfrm>
            <a:prstGeom prst="line">
              <a:avLst/>
            </a:prstGeom>
            <a:ln w="18000">
              <a:solidFill>
                <a:srgbClr val="fff5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0" name=""/>
            <p:cNvSpPr/>
            <p:nvPr/>
          </p:nvSpPr>
          <p:spPr>
            <a:xfrm>
              <a:off x="7986960" y="2363760"/>
              <a:ext cx="772560" cy="743400"/>
            </a:xfrm>
            <a:prstGeom prst="ellipse">
              <a:avLst/>
            </a:prstGeom>
            <a:solidFill>
              <a:srgbClr val="ffff00"/>
            </a:soli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1" name=""/>
            <p:cNvSpPr/>
            <p:nvPr/>
          </p:nvSpPr>
          <p:spPr>
            <a:xfrm>
              <a:off x="7805880" y="2190600"/>
              <a:ext cx="1137600" cy="1137600"/>
            </a:xfrm>
            <a:prstGeom prst="ellipse">
              <a:avLst/>
            </a:prstGeom>
            <a:gradFill rotWithShape="0">
              <a:gsLst>
                <a:gs pos="0">
                  <a:srgbClr val="ffff00">
                    <a:alpha val="0"/>
                  </a:srgbClr>
                </a:gs>
                <a:gs pos="100000">
                  <a:srgbClr val="ff4000"/>
                </a:gs>
              </a:gsLst>
              <a:path path="circle">
                <a:fillToRect l="50000" t="50000" r="50000" b="50000"/>
              </a:path>
            </a:gradFill>
            <a:ln w="18000">
              <a:solidFill>
                <a:srgbClr val="ffffd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02" name=""/>
          <p:cNvSpPr/>
          <p:nvPr/>
        </p:nvSpPr>
        <p:spPr>
          <a:xfrm>
            <a:off x="7675200" y="3621600"/>
            <a:ext cx="20527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Sun-type Star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3" name=""/>
          <p:cNvSpPr/>
          <p:nvPr/>
        </p:nvSpPr>
        <p:spPr>
          <a:xfrm>
            <a:off x="685800" y="1600200"/>
            <a:ext cx="4795920" cy="31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Sun as a standard star 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Luminosity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Mass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 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Radius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1 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Distance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1 AU</a:t>
            </a:r>
            <a:br>
              <a:rPr sz="1800"/>
            </a:b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Metallicity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1 [Fe/H]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	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8"/>
          </p:nvPr>
        </p:nvSpPr>
        <p:spPr/>
        <p:txBody>
          <a:bodyPr/>
          <a:p>
            <a:fld id="{F3022B1B-EC72-48F7-B0A2-E19CCBA912D2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8335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2023-05-21T12:48:00Z</dcterms:created>
  <dc:creator/>
  <dc:description/>
  <dc:language>en-US</dc:language>
  <cp:lastModifiedBy/>
  <dcterms:modified xsi:type="dcterms:W3CDTF">2025-12-21T00:46:11Z</dcterms:modified>
  <cp:revision>32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