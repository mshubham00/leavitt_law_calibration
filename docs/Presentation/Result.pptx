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56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3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theme/theme69.xml" ContentType="application/vnd.openxmlformats-officedocument.theme+xml"/>
  <Override PartName="/ppt/theme/theme3.xml" ContentType="application/vnd.openxmlformats-officedocument.theme+xml"/>
  <Override PartName="/ppt/theme/theme57.xml" ContentType="application/vnd.openxmlformats-officedocument.theme+xml"/>
  <Override PartName="/ppt/theme/theme11.xml" ContentType="application/vnd.openxmlformats-officedocument.theme+xml"/>
  <Override PartName="/ppt/theme/theme4.xml" ContentType="application/vnd.openxmlformats-officedocument.theme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12.xml" ContentType="application/vnd.openxmlformats-officedocument.theme+xml"/>
  <Override PartName="/ppt/theme/theme75.xml" ContentType="application/vnd.openxmlformats-officedocument.theme+xml"/>
  <Override PartName="/ppt/theme/theme64.xml" ContentType="application/vnd.openxmlformats-officedocument.theme+xml"/>
  <Override PartName="/ppt/theme/theme46.xml" ContentType="application/vnd.openxmlformats-officedocument.theme+xml"/>
  <Override PartName="/ppt/theme/theme37.xml" ContentType="application/vnd.openxmlformats-officedocument.theme+xml"/>
  <Override PartName="/ppt/theme/theme31.xml" ContentType="application/vnd.openxmlformats-officedocument.theme+xml"/>
  <Override PartName="/ppt/theme/theme77.xml" ContentType="application/vnd.openxmlformats-officedocument.theme+xml"/>
  <Override PartName="/ppt/theme/theme32.xml" ContentType="application/vnd.openxmlformats-officedocument.theme+xml"/>
  <Override PartName="/ppt/theme/theme66.xml" ContentType="application/vnd.openxmlformats-officedocument.theme+xml"/>
  <Override PartName="/ppt/theme/theme35.xml" ContentType="application/vnd.openxmlformats-officedocument.theme+xml"/>
  <Override PartName="/ppt/theme/theme40.xml" ContentType="application/vnd.openxmlformats-officedocument.theme+xml"/>
  <Override PartName="/ppt/theme/theme43.xml" ContentType="application/vnd.openxmlformats-officedocument.theme+xml"/>
  <Override PartName="/ppt/theme/theme25.xml" ContentType="application/vnd.openxmlformats-officedocument.theme+xml"/>
  <Override PartName="/ppt/theme/theme7.xml" ContentType="application/vnd.openxmlformats-officedocument.theme+xml"/>
  <Override PartName="/ppt/theme/theme48.xml" ContentType="application/vnd.openxmlformats-officedocument.theme+xml"/>
  <Override PartName="/ppt/theme/theme34.xml" ContentType="application/vnd.openxmlformats-officedocument.theme+xml"/>
  <Override PartName="/ppt/theme/theme45.xml" ContentType="application/vnd.openxmlformats-officedocument.theme+xml"/>
  <Override PartName="/ppt/theme/theme36.xml" ContentType="application/vnd.openxmlformats-officedocument.theme+xml"/>
  <Override PartName="/ppt/theme/theme55.xml" ContentType="application/vnd.openxmlformats-officedocument.theme+xml"/>
  <Override PartName="/ppt/theme/theme67.xml" ContentType="application/vnd.openxmlformats-officedocument.theme+xml"/>
  <Override PartName="/ppt/theme/theme20.xml" ContentType="application/vnd.openxmlformats-officedocument.theme+xml"/>
  <Override PartName="/ppt/theme/theme52.xml" ContentType="application/vnd.openxmlformats-officedocument.theme+xml"/>
  <Override PartName="/ppt/theme/theme5.xml" ContentType="application/vnd.openxmlformats-officedocument.theme+xml"/>
  <Override PartName="/ppt/theme/theme44.xml" ContentType="application/vnd.openxmlformats-officedocument.theme+xml"/>
  <Override PartName="/ppt/theme/theme76.xml" ContentType="application/vnd.openxmlformats-officedocument.theme+xml"/>
  <Override PartName="/ppt/theme/theme54.xml" ContentType="application/vnd.openxmlformats-officedocument.theme+xml"/>
  <Override PartName="/ppt/theme/theme22.xml" ContentType="application/vnd.openxmlformats-officedocument.theme+xml"/>
  <Override PartName="/ppt/theme/theme51.xml" ContentType="application/vnd.openxmlformats-officedocument.theme+xml"/>
  <Override PartName="/ppt/theme/theme53.xml" ContentType="application/vnd.openxmlformats-officedocument.theme+xml"/>
  <Override PartName="/ppt/theme/theme33.xml" ContentType="application/vnd.openxmlformats-officedocument.theme+xml"/>
  <Override PartName="/ppt/theme/theme28.xml" ContentType="application/vnd.openxmlformats-officedocument.theme+xml"/>
  <Override PartName="/ppt/theme/theme60.xml" ContentType="application/vnd.openxmlformats-officedocument.theme+xml"/>
  <Override PartName="/ppt/theme/theme14.xml" ContentType="application/vnd.openxmlformats-officedocument.theme+xml"/>
  <Override PartName="/ppt/theme/theme58.xml" ContentType="application/vnd.openxmlformats-officedocument.theme+xml"/>
  <Override PartName="/ppt/theme/theme38.xml" ContentType="application/vnd.openxmlformats-officedocument.theme+xml"/>
  <Override PartName="/ppt/theme/theme63.xml" ContentType="application/vnd.openxmlformats-officedocument.theme+xml"/>
  <Override PartName="/ppt/theme/theme30.xml" ContentType="application/vnd.openxmlformats-officedocument.theme+xml"/>
  <Override PartName="/ppt/theme/theme49.xml" ContentType="application/vnd.openxmlformats-officedocument.theme+xml"/>
  <Override PartName="/ppt/theme/theme39.xml" ContentType="application/vnd.openxmlformats-officedocument.theme+xml"/>
  <Override PartName="/ppt/theme/theme8.xml" ContentType="application/vnd.openxmlformats-officedocument.theme+xml"/>
  <Override PartName="/ppt/theme/theme70.xml" ContentType="application/vnd.openxmlformats-officedocument.theme+xml"/>
  <Override PartName="/ppt/theme/theme23.xml" ContentType="application/vnd.openxmlformats-officedocument.theme+xml"/>
  <Override PartName="/ppt/theme/theme26.xml" ContentType="application/vnd.openxmlformats-officedocument.theme+xml"/>
  <Override PartName="/ppt/theme/theme65.xml" ContentType="application/vnd.openxmlformats-officedocument.theme+xml"/>
  <Override PartName="/ppt/theme/theme72.xml" ContentType="application/vnd.openxmlformats-officedocument.theme+xml"/>
  <Override PartName="/ppt/theme/theme59.xml" ContentType="application/vnd.openxmlformats-officedocument.theme+xml"/>
  <Override PartName="/ppt/theme/theme71.xml" ContentType="application/vnd.openxmlformats-officedocument.theme+xml"/>
  <Override PartName="/ppt/theme/theme15.xml" ContentType="application/vnd.openxmlformats-officedocument.theme+xml"/>
  <Override PartName="/ppt/theme/theme27.xml" ContentType="application/vnd.openxmlformats-officedocument.theme+xml"/>
  <Override PartName="/ppt/theme/theme73.xml" ContentType="application/vnd.openxmlformats-officedocument.theme+xml"/>
  <Override PartName="/ppt/theme/theme50.xml" ContentType="application/vnd.openxmlformats-officedocument.theme+xml"/>
  <Override PartName="/ppt/theme/theme42.xml" ContentType="application/vnd.openxmlformats-officedocument.theme+xml"/>
  <Override PartName="/ppt/theme/theme61.xml" ContentType="application/vnd.openxmlformats-officedocument.theme+xml"/>
  <Override PartName="/ppt/theme/theme21.xml" ContentType="application/vnd.openxmlformats-officedocument.theme+xml"/>
  <Override PartName="/ppt/theme/theme74.xml" ContentType="application/vnd.openxmlformats-officedocument.theme+xml"/>
  <Override PartName="/ppt/theme/theme29.xml" ContentType="application/vnd.openxmlformats-officedocument.theme+xml"/>
  <Override PartName="/ppt/theme/theme47.xml" ContentType="application/vnd.openxmlformats-officedocument.theme+xml"/>
  <Override PartName="/ppt/theme/theme1.xml" ContentType="application/vnd.openxmlformats-officedocument.theme+xml"/>
  <Override PartName="/ppt/theme/theme68.xml" ContentType="application/vnd.openxmlformats-officedocument.theme+xml"/>
  <Override PartName="/ppt/theme/theme24.xml" ContentType="application/vnd.openxmlformats-officedocument.theme+xml"/>
  <Override PartName="/ppt/theme/theme41.xml" ContentType="application/vnd.openxmlformats-officedocument.theme+xml"/>
  <Override PartName="/ppt/theme/theme62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7.xml.rels" ContentType="application/vnd.openxmlformats-package.relationships+xml"/>
  <Override PartName="/ppt/slides/_rels/slide29.xml.rels" ContentType="application/vnd.openxmlformats-package.relationships+xml"/>
  <Override PartName="/ppt/slides/_rels/slide26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12.xml.rels" ContentType="application/vnd.openxmlformats-package.relationships+xml"/>
  <Override PartName="/ppt/slides/_rels/slide31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5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10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30.xml.rels" ContentType="application/vnd.openxmlformats-package.relationships+xml"/>
  <Override PartName="/ppt/slides/slide28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Masters/slideMaster3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_rels/slideMaster6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80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9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slideMaster4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Layouts/_rels/slideLayout9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36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51.xml" ContentType="application/vnd.openxmlformats-officedocument.presentationml.slideLayout+xml"/>
  <Override PartName="/ppt/media/image5.png" ContentType="image/png"/>
  <Override PartName="/ppt/media/image4.gif" ContentType="image/gif"/>
  <Override PartName="/ppt/media/image25.png" ContentType="image/png"/>
  <Override PartName="/ppt/media/image1.png" ContentType="image/png"/>
  <Override PartName="/ppt/media/image23.png" ContentType="image/png"/>
  <Override PartName="/ppt/media/image17.png" ContentType="image/png"/>
  <Override PartName="/ppt/media/image12.png" ContentType="image/png"/>
  <Override PartName="/ppt/media/image2.gif" ContentType="image/gif"/>
  <Override PartName="/ppt/media/image22.png" ContentType="image/png"/>
  <Override PartName="/ppt/media/image9.jpeg" ContentType="image/jpeg"/>
  <Override PartName="/ppt/media/image16.png" ContentType="image/png"/>
  <Override PartName="/ppt/media/image21.png" ContentType="image/png"/>
  <Override PartName="/ppt/media/image3.gif" ContentType="image/gif"/>
  <Override PartName="/ppt/media/image11.png" ContentType="image/png"/>
  <Override PartName="/ppt/media/image13.png" ContentType="image/png"/>
  <Override PartName="/ppt/media/image15.png" ContentType="image/png"/>
  <Override PartName="/ppt/media/image8.png" ContentType="image/png"/>
  <Override PartName="/ppt/media/image24.png" ContentType="image/png"/>
  <Override PartName="/ppt/media/image27.png" ContentType="image/png"/>
  <Override PartName="/ppt/media/image10.png" ContentType="image/png"/>
  <Override PartName="/ppt/media/image18.png" ContentType="image/png"/>
  <Override PartName="/ppt/media/image20.png" ContentType="image/png"/>
  <Override PartName="/ppt/media/image6.jpeg" ContentType="image/jpeg"/>
  <Override PartName="/ppt/media/image28.png" ContentType="image/png"/>
  <Override PartName="/ppt/media/image14.png" ContentType="image/png"/>
  <Override PartName="/ppt/media/image7.jpeg" ContentType="image/jpeg"/>
  <Override PartName="/ppt/media/image19.png" ContentType="image/png"/>
  <Override PartName="/ppt/media/image2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  <p:sldMasterId id="2147483733" r:id="rId44"/>
    <p:sldMasterId id="2147483735" r:id="rId45"/>
    <p:sldMasterId id="2147483737" r:id="rId46"/>
    <p:sldMasterId id="2147483740" r:id="rId47"/>
    <p:sldMasterId id="2147483742" r:id="rId48"/>
    <p:sldMasterId id="2147483744" r:id="rId49"/>
    <p:sldMasterId id="2147483746" r:id="rId50"/>
    <p:sldMasterId id="2147483748" r:id="rId51"/>
    <p:sldMasterId id="2147483750" r:id="rId52"/>
    <p:sldMasterId id="2147483752" r:id="rId53"/>
    <p:sldMasterId id="2147483754" r:id="rId54"/>
    <p:sldMasterId id="2147483756" r:id="rId55"/>
    <p:sldMasterId id="2147483758" r:id="rId56"/>
    <p:sldMasterId id="2147483760" r:id="rId57"/>
    <p:sldMasterId id="2147483762" r:id="rId58"/>
    <p:sldMasterId id="2147483765" r:id="rId59"/>
    <p:sldMasterId id="2147483767" r:id="rId60"/>
    <p:sldMasterId id="2147483769" r:id="rId61"/>
    <p:sldMasterId id="2147483771" r:id="rId62"/>
    <p:sldMasterId id="2147483773" r:id="rId63"/>
    <p:sldMasterId id="2147483775" r:id="rId64"/>
    <p:sldMasterId id="2147483777" r:id="rId65"/>
    <p:sldMasterId id="2147483779" r:id="rId66"/>
    <p:sldMasterId id="2147483781" r:id="rId67"/>
    <p:sldMasterId id="2147483783" r:id="rId68"/>
    <p:sldMasterId id="2147483785" r:id="rId69"/>
    <p:sldMasterId id="2147483787" r:id="rId70"/>
    <p:sldMasterId id="2147483789" r:id="rId71"/>
    <p:sldMasterId id="2147483791" r:id="rId72"/>
    <p:sldMasterId id="2147483793" r:id="rId73"/>
    <p:sldMasterId id="2147483795" r:id="rId74"/>
    <p:sldMasterId id="2147483797" r:id="rId75"/>
    <p:sldMasterId id="2147483800" r:id="rId76"/>
    <p:sldMasterId id="2147483802" r:id="rId77"/>
    <p:sldMasterId id="2147483804" r:id="rId78"/>
  </p:sldMasterIdLst>
  <p:sldIdLst>
    <p:sldId id="256" r:id="rId79"/>
    <p:sldId id="257" r:id="rId80"/>
    <p:sldId id="258" r:id="rId81"/>
    <p:sldId id="259" r:id="rId82"/>
    <p:sldId id="260" r:id="rId83"/>
    <p:sldId id="261" r:id="rId84"/>
    <p:sldId id="262" r:id="rId85"/>
    <p:sldId id="263" r:id="rId86"/>
    <p:sldId id="264" r:id="rId87"/>
    <p:sldId id="265" r:id="rId88"/>
    <p:sldId id="266" r:id="rId89"/>
    <p:sldId id="267" r:id="rId90"/>
    <p:sldId id="268" r:id="rId91"/>
    <p:sldId id="269" r:id="rId92"/>
    <p:sldId id="270" r:id="rId93"/>
    <p:sldId id="271" r:id="rId94"/>
    <p:sldId id="272" r:id="rId95"/>
    <p:sldId id="273" r:id="rId96"/>
    <p:sldId id="274" r:id="rId97"/>
    <p:sldId id="275" r:id="rId98"/>
    <p:sldId id="276" r:id="rId99"/>
    <p:sldId id="277" r:id="rId100"/>
    <p:sldId id="278" r:id="rId101"/>
    <p:sldId id="279" r:id="rId102"/>
    <p:sldId id="280" r:id="rId103"/>
    <p:sldId id="281" r:id="rId104"/>
    <p:sldId id="282" r:id="rId105"/>
    <p:sldId id="283" r:id="rId106"/>
    <p:sldId id="284" r:id="rId107"/>
    <p:sldId id="285" r:id="rId108"/>
    <p:sldId id="286" r:id="rId10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30" Type="http://schemas.openxmlformats.org/officeDocument/2006/relationships/slideMaster" Target="slideMasters/slideMaster30.xml"/><Relationship Id="rId31" Type="http://schemas.openxmlformats.org/officeDocument/2006/relationships/slideMaster" Target="slideMasters/slideMaster31.xml"/><Relationship Id="rId32" Type="http://schemas.openxmlformats.org/officeDocument/2006/relationships/slideMaster" Target="slideMasters/slideMaster32.xml"/><Relationship Id="rId33" Type="http://schemas.openxmlformats.org/officeDocument/2006/relationships/slideMaster" Target="slideMasters/slideMaster33.xml"/><Relationship Id="rId34" Type="http://schemas.openxmlformats.org/officeDocument/2006/relationships/slideMaster" Target="slideMasters/slideMaster34.xml"/><Relationship Id="rId35" Type="http://schemas.openxmlformats.org/officeDocument/2006/relationships/slideMaster" Target="slideMasters/slideMaster35.xml"/><Relationship Id="rId36" Type="http://schemas.openxmlformats.org/officeDocument/2006/relationships/slideMaster" Target="slideMasters/slideMaster36.xml"/><Relationship Id="rId37" Type="http://schemas.openxmlformats.org/officeDocument/2006/relationships/slideMaster" Target="slideMasters/slideMaster37.xml"/><Relationship Id="rId38" Type="http://schemas.openxmlformats.org/officeDocument/2006/relationships/slideMaster" Target="slideMasters/slideMaster38.xml"/><Relationship Id="rId39" Type="http://schemas.openxmlformats.org/officeDocument/2006/relationships/slideMaster" Target="slideMasters/slideMaster39.xml"/><Relationship Id="rId40" Type="http://schemas.openxmlformats.org/officeDocument/2006/relationships/slideMaster" Target="slideMasters/slideMaster40.xml"/><Relationship Id="rId41" Type="http://schemas.openxmlformats.org/officeDocument/2006/relationships/slideMaster" Target="slideMasters/slideMaster41.xml"/><Relationship Id="rId42" Type="http://schemas.openxmlformats.org/officeDocument/2006/relationships/slideMaster" Target="slideMasters/slideMaster42.xml"/><Relationship Id="rId43" Type="http://schemas.openxmlformats.org/officeDocument/2006/relationships/slideMaster" Target="slideMasters/slideMaster43.xml"/><Relationship Id="rId44" Type="http://schemas.openxmlformats.org/officeDocument/2006/relationships/slideMaster" Target="slideMasters/slideMaster44.xml"/><Relationship Id="rId45" Type="http://schemas.openxmlformats.org/officeDocument/2006/relationships/slideMaster" Target="slideMasters/slideMaster45.xml"/><Relationship Id="rId46" Type="http://schemas.openxmlformats.org/officeDocument/2006/relationships/slideMaster" Target="slideMasters/slideMaster46.xml"/><Relationship Id="rId47" Type="http://schemas.openxmlformats.org/officeDocument/2006/relationships/slideMaster" Target="slideMasters/slideMaster48.xml"/><Relationship Id="rId48" Type="http://schemas.openxmlformats.org/officeDocument/2006/relationships/slideMaster" Target="slideMasters/slideMaster49.xml"/><Relationship Id="rId49" Type="http://schemas.openxmlformats.org/officeDocument/2006/relationships/slideMaster" Target="slideMasters/slideMaster50.xml"/><Relationship Id="rId50" Type="http://schemas.openxmlformats.org/officeDocument/2006/relationships/slideMaster" Target="slideMasters/slideMaster51.xml"/><Relationship Id="rId51" Type="http://schemas.openxmlformats.org/officeDocument/2006/relationships/slideMaster" Target="slideMasters/slideMaster52.xml"/><Relationship Id="rId52" Type="http://schemas.openxmlformats.org/officeDocument/2006/relationships/slideMaster" Target="slideMasters/slideMaster53.xml"/><Relationship Id="rId53" Type="http://schemas.openxmlformats.org/officeDocument/2006/relationships/slideMaster" Target="slideMasters/slideMaster54.xml"/><Relationship Id="rId54" Type="http://schemas.openxmlformats.org/officeDocument/2006/relationships/slideMaster" Target="slideMasters/slideMaster55.xml"/><Relationship Id="rId55" Type="http://schemas.openxmlformats.org/officeDocument/2006/relationships/slideMaster" Target="slideMasters/slideMaster56.xml"/><Relationship Id="rId56" Type="http://schemas.openxmlformats.org/officeDocument/2006/relationships/slideMaster" Target="slideMasters/slideMaster57.xml"/><Relationship Id="rId57" Type="http://schemas.openxmlformats.org/officeDocument/2006/relationships/slideMaster" Target="slideMasters/slideMaster58.xml"/><Relationship Id="rId58" Type="http://schemas.openxmlformats.org/officeDocument/2006/relationships/slideMaster" Target="slideMasters/slideMaster59.xml"/><Relationship Id="rId59" Type="http://schemas.openxmlformats.org/officeDocument/2006/relationships/slideMaster" Target="slideMasters/slideMaster61.xml"/><Relationship Id="rId60" Type="http://schemas.openxmlformats.org/officeDocument/2006/relationships/slideMaster" Target="slideMasters/slideMaster62.xml"/><Relationship Id="rId61" Type="http://schemas.openxmlformats.org/officeDocument/2006/relationships/slideMaster" Target="slideMasters/slideMaster63.xml"/><Relationship Id="rId62" Type="http://schemas.openxmlformats.org/officeDocument/2006/relationships/slideMaster" Target="slideMasters/slideMaster64.xml"/><Relationship Id="rId63" Type="http://schemas.openxmlformats.org/officeDocument/2006/relationships/slideMaster" Target="slideMasters/slideMaster65.xml"/><Relationship Id="rId64" Type="http://schemas.openxmlformats.org/officeDocument/2006/relationships/slideMaster" Target="slideMasters/slideMaster66.xml"/><Relationship Id="rId65" Type="http://schemas.openxmlformats.org/officeDocument/2006/relationships/slideMaster" Target="slideMasters/slideMaster67.xml"/><Relationship Id="rId66" Type="http://schemas.openxmlformats.org/officeDocument/2006/relationships/slideMaster" Target="slideMasters/slideMaster68.xml"/><Relationship Id="rId67" Type="http://schemas.openxmlformats.org/officeDocument/2006/relationships/slideMaster" Target="slideMasters/slideMaster69.xml"/><Relationship Id="rId68" Type="http://schemas.openxmlformats.org/officeDocument/2006/relationships/slideMaster" Target="slideMasters/slideMaster70.xml"/><Relationship Id="rId69" Type="http://schemas.openxmlformats.org/officeDocument/2006/relationships/slideMaster" Target="slideMasters/slideMaster71.xml"/><Relationship Id="rId70" Type="http://schemas.openxmlformats.org/officeDocument/2006/relationships/slideMaster" Target="slideMasters/slideMaster72.xml"/><Relationship Id="rId71" Type="http://schemas.openxmlformats.org/officeDocument/2006/relationships/slideMaster" Target="slideMasters/slideMaster73.xml"/><Relationship Id="rId72" Type="http://schemas.openxmlformats.org/officeDocument/2006/relationships/slideMaster" Target="slideMasters/slideMaster74.xml"/><Relationship Id="rId73" Type="http://schemas.openxmlformats.org/officeDocument/2006/relationships/slideMaster" Target="slideMasters/slideMaster75.xml"/><Relationship Id="rId74" Type="http://schemas.openxmlformats.org/officeDocument/2006/relationships/slideMaster" Target="slideMasters/slideMaster76.xml"/><Relationship Id="rId75" Type="http://schemas.openxmlformats.org/officeDocument/2006/relationships/slideMaster" Target="slideMasters/slideMaster77.xml"/><Relationship Id="rId76" Type="http://schemas.openxmlformats.org/officeDocument/2006/relationships/slideMaster" Target="slideMasters/slideMaster78.xml"/><Relationship Id="rId77" Type="http://schemas.openxmlformats.org/officeDocument/2006/relationships/slideMaster" Target="slideMasters/slideMaster79.xml"/><Relationship Id="rId78" Type="http://schemas.openxmlformats.org/officeDocument/2006/relationships/slideMaster" Target="slideMasters/slideMaster80.xml"/><Relationship Id="rId79" Type="http://schemas.openxmlformats.org/officeDocument/2006/relationships/slide" Target="slides/slide1.xml"/><Relationship Id="rId80" Type="http://schemas.openxmlformats.org/officeDocument/2006/relationships/slide" Target="slides/slide2.xml"/><Relationship Id="rId81" Type="http://schemas.openxmlformats.org/officeDocument/2006/relationships/slide" Target="slides/slide3.xml"/><Relationship Id="rId82" Type="http://schemas.openxmlformats.org/officeDocument/2006/relationships/slide" Target="slides/slide4.xml"/><Relationship Id="rId83" Type="http://schemas.openxmlformats.org/officeDocument/2006/relationships/slide" Target="slides/slide5.xml"/><Relationship Id="rId84" Type="http://schemas.openxmlformats.org/officeDocument/2006/relationships/slide" Target="slides/slide6.xml"/><Relationship Id="rId85" Type="http://schemas.openxmlformats.org/officeDocument/2006/relationships/slide" Target="slides/slide7.xml"/><Relationship Id="rId86" Type="http://schemas.openxmlformats.org/officeDocument/2006/relationships/slide" Target="slides/slide8.xml"/><Relationship Id="rId87" Type="http://schemas.openxmlformats.org/officeDocument/2006/relationships/slide" Target="slides/slide9.xml"/><Relationship Id="rId88" Type="http://schemas.openxmlformats.org/officeDocument/2006/relationships/slide" Target="slides/slide10.xml"/><Relationship Id="rId89" Type="http://schemas.openxmlformats.org/officeDocument/2006/relationships/slide" Target="slides/slide11.xml"/><Relationship Id="rId90" Type="http://schemas.openxmlformats.org/officeDocument/2006/relationships/slide" Target="slides/slide12.xml"/><Relationship Id="rId91" Type="http://schemas.openxmlformats.org/officeDocument/2006/relationships/slide" Target="slides/slide13.xml"/><Relationship Id="rId92" Type="http://schemas.openxmlformats.org/officeDocument/2006/relationships/slide" Target="slides/slide14.xml"/><Relationship Id="rId93" Type="http://schemas.openxmlformats.org/officeDocument/2006/relationships/slide" Target="slides/slide15.xml"/><Relationship Id="rId94" Type="http://schemas.openxmlformats.org/officeDocument/2006/relationships/slide" Target="slides/slide16.xml"/><Relationship Id="rId95" Type="http://schemas.openxmlformats.org/officeDocument/2006/relationships/slide" Target="slides/slide17.xml"/><Relationship Id="rId96" Type="http://schemas.openxmlformats.org/officeDocument/2006/relationships/slide" Target="slides/slide18.xml"/><Relationship Id="rId97" Type="http://schemas.openxmlformats.org/officeDocument/2006/relationships/slide" Target="slides/slide19.xml"/><Relationship Id="rId98" Type="http://schemas.openxmlformats.org/officeDocument/2006/relationships/slide" Target="slides/slide20.xml"/><Relationship Id="rId99" Type="http://schemas.openxmlformats.org/officeDocument/2006/relationships/slide" Target="slides/slide21.xml"/><Relationship Id="rId100" Type="http://schemas.openxmlformats.org/officeDocument/2006/relationships/slide" Target="slides/slide22.xml"/><Relationship Id="rId101" Type="http://schemas.openxmlformats.org/officeDocument/2006/relationships/slide" Target="slides/slide23.xml"/><Relationship Id="rId102" Type="http://schemas.openxmlformats.org/officeDocument/2006/relationships/slide" Target="slides/slide24.xml"/><Relationship Id="rId103" Type="http://schemas.openxmlformats.org/officeDocument/2006/relationships/slide" Target="slides/slide25.xml"/><Relationship Id="rId104" Type="http://schemas.openxmlformats.org/officeDocument/2006/relationships/slide" Target="slides/slide26.xml"/><Relationship Id="rId105" Type="http://schemas.openxmlformats.org/officeDocument/2006/relationships/slide" Target="slides/slide27.xml"/><Relationship Id="rId106" Type="http://schemas.openxmlformats.org/officeDocument/2006/relationships/slide" Target="slides/slide28.xml"/><Relationship Id="rId107" Type="http://schemas.openxmlformats.org/officeDocument/2006/relationships/slide" Target="slides/slide29.xml"/><Relationship Id="rId108" Type="http://schemas.openxmlformats.org/officeDocument/2006/relationships/slide" Target="slides/slide30.xml"/><Relationship Id="rId109" Type="http://schemas.openxmlformats.org/officeDocument/2006/relationships/slide" Target="slides/slide31.xml"/><Relationship Id="rId1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9A0CC0-8269-4B6C-9420-0670195BB9E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8BFDCA2-DB10-409B-9CDA-7B36743E5BA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0CCC22-68F8-442E-89AE-D2EAAE1B7A3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C436E12-CBE5-40F0-8176-2E5344B70EC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2530765-DBD2-403B-BF48-5FAB8016A18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262AA61-D212-45D5-9415-FF6878D6E6E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EB636DA-2932-4104-8696-75D69450EBA1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B754BC5F-D41A-49A8-9B27-10AC9D5595D1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61B917F-EA8A-48FD-B78E-E7E095694D2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F834B2E-8EA9-44F6-866D-5FC1AEB71AA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E8396ABE-D71B-48BF-ADAE-B72FA8A157F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6EE37C9-9991-4BBA-BE91-639E0765F4B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D4F4A3BB-5BC1-4C3A-A43A-4A4D85DC17A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35FC9C11-390D-490D-BB97-BE8421EF5F7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8A44511-FDC8-464E-BFC9-5BC3244D97D8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E5B26CA0-F2A7-478E-BFB4-3B5224C0F402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66077BB-2DC8-40C3-B0AE-3875050522A7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BCFA899-A14C-468E-AAB6-66A8E654A69D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D46EB18E-2183-41D5-80EC-5BE5EA4B87E7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74DA680-B1ED-4FBA-A2AA-4FFD4E74038F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142CC22-B29D-47BF-BFD7-9835A6A5C6B3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A95B4A8E-796B-4D8C-8734-53AED5240626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4FC20A03-B8B2-4114-BEEF-6320A0C939C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6C9EDA4-A314-447A-A3CF-4A0C0FFAEE02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p>
            <a:fld id="{97A820EC-5929-4C9E-B2B2-60515D674A11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A12D40C5-7A68-4C1E-A097-3F9D940D2FFC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F7767CA-22FC-4DAE-B124-211ACCA98A1D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6D50EF1-479D-4E7C-B879-091CB1B83930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02584D61-FF57-4C24-9CA4-ECC84FED48E1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C52A67B-2C82-49A6-B20B-2A5FE2FC7EF5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98594A4A-B28C-484D-962A-F0CEA9B50D24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357BA727-FB25-4F97-9403-62C54D812151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7A43D019-30DB-4D8D-9ABA-8CC49CF0ED44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B13A0CA6-5798-41F8-B4EF-AA96D45C1645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 type="ftr" idx="6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PlaceHolder 5"/>
          <p:cNvSpPr>
            <a:spLocks noGrp="1"/>
          </p:cNvSpPr>
          <p:nvPr>
            <p:ph type="sldNum" idx="6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1B14A8-0344-4074-92A0-1CCB743D650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0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 type="ftr" idx="6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sldNum" idx="6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BE1E79-C3A4-43F5-BBBE-4C026F00193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0"/>
          </p:nvPr>
        </p:nvSpPr>
        <p:spPr/>
        <p:txBody>
          <a:bodyPr/>
          <a:p>
            <a:fld id="{76963F7D-A55A-45FA-87A5-B97C67814372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B680F8C8-86C0-49DE-A69F-63925AD14FFD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AAAD283-0B1B-4B09-862B-D2D830800013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6"/>
          </p:nvPr>
        </p:nvSpPr>
        <p:spPr/>
        <p:txBody>
          <a:bodyPr/>
          <a:p>
            <a:fld id="{2FD91B83-9BF4-453F-8BFA-299385B60E54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8"/>
          </p:nvPr>
        </p:nvSpPr>
        <p:spPr/>
        <p:txBody>
          <a:bodyPr/>
          <a:p>
            <a:fld id="{EA7A9C90-4D6F-4886-81ED-04E70B9C1B4C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B21FAFF3-61A5-43BC-9627-DB9B49552612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2"/>
          </p:nvPr>
        </p:nvSpPr>
        <p:spPr/>
        <p:txBody>
          <a:bodyPr/>
          <a:p>
            <a:fld id="{8E871AE8-CF7B-4AC5-B927-1E1F8C60E2B3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4"/>
          </p:nvPr>
        </p:nvSpPr>
        <p:spPr/>
        <p:txBody>
          <a:bodyPr/>
          <a:p>
            <a:fld id="{B217E97B-B3A5-4A97-A7BD-BB7C99245DF7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4341C111-7391-4D5F-B1E7-666B8030B6DD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8"/>
          </p:nvPr>
        </p:nvSpPr>
        <p:spPr/>
        <p:txBody>
          <a:bodyPr/>
          <a:p>
            <a:fld id="{FC13D57B-8FF6-4954-9F04-EF60EC34FE3C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1D090CCC-4053-46B3-9ADE-A9F7F4160060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4"/>
          <p:cNvSpPr>
            <a:spLocks noGrp="1"/>
          </p:cNvSpPr>
          <p:nvPr>
            <p:ph type="ftr" idx="9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PlaceHolder 5"/>
          <p:cNvSpPr>
            <a:spLocks noGrp="1"/>
          </p:cNvSpPr>
          <p:nvPr>
            <p:ph type="sldNum" idx="9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E92C14-AE41-42C2-9C14-0E4FEC18BA1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4" name="PlaceHolder 1"/>
          <p:cNvSpPr>
            <a:spLocks noGrp="1"/>
          </p:cNvSpPr>
          <p:nvPr>
            <p:ph type="ftr" idx="9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sldNum" idx="9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CBD37B-64D3-4BDA-AFC6-6671346C230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6"/>
          </p:nvPr>
        </p:nvSpPr>
        <p:spPr/>
        <p:txBody>
          <a:bodyPr/>
          <a:p>
            <a:fld id="{294D70C7-5EE2-44F6-AB98-2058DFC89842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B2774146-10CF-441B-84FD-CBFACD9B9C72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0"/>
          </p:nvPr>
        </p:nvSpPr>
        <p:spPr/>
        <p:txBody>
          <a:bodyPr/>
          <a:p>
            <a:fld id="{6B868815-E6DC-4A74-84F2-5FD05F596724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2"/>
          </p:nvPr>
        </p:nvSpPr>
        <p:spPr/>
        <p:txBody>
          <a:bodyPr/>
          <a:p>
            <a:fld id="{489281B3-8CA5-482E-A99F-AA8134192C37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EB409C00-6627-4CBA-AFB2-C6D17AFAAE43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6"/>
          </p:nvPr>
        </p:nvSpPr>
        <p:spPr/>
        <p:txBody>
          <a:bodyPr/>
          <a:p>
            <a:fld id="{F0E79B38-DDCA-4AB2-AE0D-22EDDC6510C2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8"/>
          </p:nvPr>
        </p:nvSpPr>
        <p:spPr/>
        <p:txBody>
          <a:bodyPr/>
          <a:p>
            <a:fld id="{51267EEC-147A-4009-8021-FD244608DF17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F9A9FA7A-F565-4C5A-814E-E0B20733ABC3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2"/>
          </p:nvPr>
        </p:nvSpPr>
        <p:spPr/>
        <p:txBody>
          <a:bodyPr/>
          <a:p>
            <a:fld id="{78F4B2C2-A4E0-43AA-B45E-1BCA9D58CCEF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4"/>
          </p:nvPr>
        </p:nvSpPr>
        <p:spPr/>
        <p:txBody>
          <a:bodyPr/>
          <a:p>
            <a:fld id="{5276B06B-24D1-4BBA-A711-E93F16300125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D18428CD-BC89-4AC6-B386-3D3D4CBDAB05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8"/>
          </p:nvPr>
        </p:nvSpPr>
        <p:spPr/>
        <p:txBody>
          <a:bodyPr/>
          <a:p>
            <a:fld id="{D41A80F5-ACC7-4BC1-AB3A-0D47E62E8FA6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0"/>
          </p:nvPr>
        </p:nvSpPr>
        <p:spPr/>
        <p:txBody>
          <a:bodyPr/>
          <a:p>
            <a:fld id="{4E0E61FB-91B1-4DB5-9037-36596C458D09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76AFEC1F-7022-4F27-8DD3-744C8EBB54B1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4"/>
          </p:nvPr>
        </p:nvSpPr>
        <p:spPr/>
        <p:txBody>
          <a:bodyPr/>
          <a:p>
            <a:fld id="{5EA44B92-1188-4125-93C1-5BFD259DC87D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6"/>
          </p:nvPr>
        </p:nvSpPr>
        <p:spPr/>
        <p:txBody>
          <a:bodyPr/>
          <a:p>
            <a:fld id="{BBC2F4A1-4514-44FA-A7AE-65E0C839B156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9FC07B04-2C3D-40A2-BAA8-94C651633A7C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CE249F28-F1B7-4150-AF00-7D0CEBF857C0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0"/>
          </p:nvPr>
        </p:nvSpPr>
        <p:spPr/>
        <p:txBody>
          <a:bodyPr/>
          <a:p>
            <a:fld id="{2BD2A405-028E-437F-A23F-DD975D400C20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2"/>
          </p:nvPr>
        </p:nvSpPr>
        <p:spPr/>
        <p:txBody>
          <a:bodyPr/>
          <a:p>
            <a:fld id="{26D34724-4FFD-4A12-9CB9-3CB8A15B66BF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33694325-B7B7-4996-A040-3C12494EB56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9.xml"/><Relationship Id="rId3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6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9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80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8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31C66C-213F-4BE2-8D01-CDB6135E802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308C0A-0B05-4A71-8E8C-B9692C1A888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8735A7-88AE-4F1E-AAD4-538667FA86A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C7AEB1-BBCE-4E3E-8F2F-AD8F16CC4C7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1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4C3B57-CD9E-4891-B0C3-01221A47780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06E262-CAE1-45B4-AFFA-282FB4326C9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1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1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C29B15-2643-49B5-B6F0-765D5AA5410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1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1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613274-5F8C-4B0D-A06C-F9A8C6DA72B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 idx="1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 idx="1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50335E-CDBD-4BBD-B3FB-34598DF5671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1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2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69268F-678F-4E0B-8C35-2EDE0631DD6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2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2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5319EB-9AA9-4217-ABB6-AA36554E67E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ftr" idx="2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sldNum" idx="2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D50E66-A607-4BB9-90E7-8C249C11C30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  <p:sldLayoutId id="2147483674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EB80389E-D517-45DA-9FFA-BD72829265B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371D8352-3FDB-4B55-B82B-DDB291A0D89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0243FB40-64E7-4421-8A41-5D61B8D0EB7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A77C26FF-9B52-4222-83F2-82819FB2417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0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7DF76BBC-0438-48FA-B4FB-966601E1A17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9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EC8E4D4D-873C-47E9-84CC-334E6C772A8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48F9999E-F107-46AE-B346-2EC41F467F5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DBAC5024-088A-42A3-83FF-C48A0A36889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6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F0193446-7C0B-41B9-9222-3CBE52A295A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5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C0618BD7-F9D5-4480-B603-E9F65EDE122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flipH="1" flipV="1">
            <a:off x="-11520" y="448848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4" name=""/>
          <p:cNvSpPr/>
          <p:nvPr/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2184AAA1-7CC5-4707-ABCA-3C1696D38D0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ftr" idx="2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sldNum" idx="2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4DF919-77E8-4C34-8BF8-6FAE12562BE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ftr" idx="2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sldNum" idx="2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AB1E0F-6A4C-4E78-B30C-AE990276CDC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ftr" idx="2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sldNum" idx="3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D3D93A-CFF5-4B35-BCDE-AB7BC17EB91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ftr" idx="3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 type="sldNum" idx="3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C9818C-0BC6-4F7C-9EEE-A48AE2E8A26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ftr" idx="3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sldNum" idx="3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370D5E-4D2B-4927-A4FD-9F7B700B5AB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ftr" idx="3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sldNum" idx="3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A8C3DE-3AAB-46A6-9100-61BE55144CA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ftr" idx="3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sldNum" idx="3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53DBB0-8159-425E-8DD0-A12DD1914F5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ftr" idx="3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5"/>
          <p:cNvSpPr>
            <a:spLocks noGrp="1"/>
          </p:cNvSpPr>
          <p:nvPr>
            <p:ph type="sldNum" idx="4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93F723-4C60-4309-931F-8DFBCEC63EC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ftr" idx="4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 type="sldNum" idx="4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CFC021-B3C4-43E9-8D07-7CD35912372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ftr" idx="4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5"/>
          <p:cNvSpPr>
            <a:spLocks noGrp="1"/>
          </p:cNvSpPr>
          <p:nvPr>
            <p:ph type="sldNum" idx="4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91C99C-4BB8-4635-AF15-4A1942ACC2F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 type="ftr" idx="4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5"/>
          <p:cNvSpPr>
            <a:spLocks noGrp="1"/>
          </p:cNvSpPr>
          <p:nvPr>
            <p:ph type="sldNum" idx="4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9E1E24-6BA3-4D69-AF15-8B4702D7EC9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ftr" idx="4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sldNum" idx="4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0BE08B-6FB2-405F-9F70-3FA4300FA39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ftr" idx="4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PlaceHolder 5"/>
          <p:cNvSpPr>
            <a:spLocks noGrp="1"/>
          </p:cNvSpPr>
          <p:nvPr>
            <p:ph type="sldNum" idx="5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638960-A728-4253-8D44-01141D256B9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 type="ftr" idx="5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PlaceHolder 5"/>
          <p:cNvSpPr>
            <a:spLocks noGrp="1"/>
          </p:cNvSpPr>
          <p:nvPr>
            <p:ph type="sldNum" idx="5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BC3BDB-BF45-40A5-AF18-3221BEBCF95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 type="ftr" idx="5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PlaceHolder 5"/>
          <p:cNvSpPr>
            <a:spLocks noGrp="1"/>
          </p:cNvSpPr>
          <p:nvPr>
            <p:ph type="sldNum" idx="5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F317F1-AC96-41B9-9B5B-58BAA94CB63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ftr" idx="5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 type="sldNum" idx="5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C87C05-971C-4BAD-A972-198B35BF5D9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 type="ftr" idx="5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PlaceHolder 5"/>
          <p:cNvSpPr>
            <a:spLocks noGrp="1"/>
          </p:cNvSpPr>
          <p:nvPr>
            <p:ph type="sldNum" idx="5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11A128-FD51-4D31-99D1-4B89160B36C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ftr" idx="5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5"/>
          <p:cNvSpPr>
            <a:spLocks noGrp="1"/>
          </p:cNvSpPr>
          <p:nvPr>
            <p:ph type="sldNum" idx="6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AA0342-A03F-4C0F-8CE8-C9FFCDED8BA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 type="ftr" idx="6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sldNum" idx="6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F1F6AA-7FAA-4C4D-A2ED-CADC91AD4E3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3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ftr" idx="6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5"/>
          <p:cNvSpPr>
            <a:spLocks noGrp="1"/>
          </p:cNvSpPr>
          <p:nvPr>
            <p:ph type="sldNum" idx="6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0AD8CB-975D-4F7F-8B48-ED3BE5660DD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2"/>
    <p:sldLayoutId id="2147483739" r:id="rId3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4"/>
          <p:cNvSpPr>
            <a:spLocks noGrp="1"/>
          </p:cNvSpPr>
          <p:nvPr>
            <p:ph type="ftr" idx="6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5"/>
          <p:cNvSpPr>
            <a:spLocks noGrp="1"/>
          </p:cNvSpPr>
          <p:nvPr>
            <p:ph type="sldNum" idx="7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E37E51-17A0-4678-8C9C-B53D8176036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ftr" idx="7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PlaceHolder 5"/>
          <p:cNvSpPr>
            <a:spLocks noGrp="1"/>
          </p:cNvSpPr>
          <p:nvPr>
            <p:ph type="sldNum" idx="7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6C1C7C-06AA-4A05-99A2-1F55937E08B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4"/>
          <p:cNvSpPr>
            <a:spLocks noGrp="1"/>
          </p:cNvSpPr>
          <p:nvPr>
            <p:ph type="ftr" idx="7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PlaceHolder 5"/>
          <p:cNvSpPr>
            <a:spLocks noGrp="1"/>
          </p:cNvSpPr>
          <p:nvPr>
            <p:ph type="sldNum" idx="7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ADC516-811F-40BD-8A42-55A9E65167C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 type="ftr" idx="7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PlaceHolder 5"/>
          <p:cNvSpPr>
            <a:spLocks noGrp="1"/>
          </p:cNvSpPr>
          <p:nvPr>
            <p:ph type="sldNum" idx="7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4FA5FF-5186-4B27-BD89-5332649F7C6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4"/>
          <p:cNvSpPr>
            <a:spLocks noGrp="1"/>
          </p:cNvSpPr>
          <p:nvPr>
            <p:ph type="ftr" idx="7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PlaceHolder 5"/>
          <p:cNvSpPr>
            <a:spLocks noGrp="1"/>
          </p:cNvSpPr>
          <p:nvPr>
            <p:ph type="sldNum" idx="7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4C58CD-F8F4-4F51-85A4-29DC383FF56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 type="ftr" idx="7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 type="sldNum" idx="8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4344FF-7A89-4805-9873-429CF75688E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4"/>
          <p:cNvSpPr>
            <a:spLocks noGrp="1"/>
          </p:cNvSpPr>
          <p:nvPr>
            <p:ph type="ftr" idx="8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PlaceHolder 5"/>
          <p:cNvSpPr>
            <a:spLocks noGrp="1"/>
          </p:cNvSpPr>
          <p:nvPr>
            <p:ph type="sldNum" idx="8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70E493-D4AD-46D7-9DE2-70EF992D654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 type="ftr" idx="8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PlaceHolder 5"/>
          <p:cNvSpPr>
            <a:spLocks noGrp="1"/>
          </p:cNvSpPr>
          <p:nvPr>
            <p:ph type="sldNum" idx="8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FED1E0-857C-4433-8D69-F97DCD5F869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4"/>
          <p:cNvSpPr>
            <a:spLocks noGrp="1"/>
          </p:cNvSpPr>
          <p:nvPr>
            <p:ph type="ftr" idx="8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PlaceHolder 5"/>
          <p:cNvSpPr>
            <a:spLocks noGrp="1"/>
          </p:cNvSpPr>
          <p:nvPr>
            <p:ph type="sldNum" idx="8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6AED34-86FA-462D-8A3F-1A1F6F3EE56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4"/>
          <p:cNvSpPr>
            <a:spLocks noGrp="1"/>
          </p:cNvSpPr>
          <p:nvPr>
            <p:ph type="ftr" idx="8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PlaceHolder 5"/>
          <p:cNvSpPr>
            <a:spLocks noGrp="1"/>
          </p:cNvSpPr>
          <p:nvPr>
            <p:ph type="sldNum" idx="8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DD5AF4-CC45-49BE-82E3-F2E81167540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4"/>
          <p:cNvSpPr>
            <a:spLocks noGrp="1"/>
          </p:cNvSpPr>
          <p:nvPr>
            <p:ph type="ftr" idx="8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PlaceHolder 5"/>
          <p:cNvSpPr>
            <a:spLocks noGrp="1"/>
          </p:cNvSpPr>
          <p:nvPr>
            <p:ph type="sldNum" idx="9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6B550C-3C5B-4524-8BFD-193E157E6EF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  <p:sldLayoutId id="2147483764" r:id="rId3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4"/>
          <p:cNvSpPr>
            <a:spLocks noGrp="1"/>
          </p:cNvSpPr>
          <p:nvPr>
            <p:ph type="ftr" idx="9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PlaceHolder 5"/>
          <p:cNvSpPr>
            <a:spLocks noGrp="1"/>
          </p:cNvSpPr>
          <p:nvPr>
            <p:ph type="sldNum" idx="9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2FF26C-BEB2-4C65-A81F-936BA25B3FF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4"/>
          <p:cNvSpPr>
            <a:spLocks noGrp="1"/>
          </p:cNvSpPr>
          <p:nvPr>
            <p:ph type="ftr" idx="9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PlaceHolder 5"/>
          <p:cNvSpPr>
            <a:spLocks noGrp="1"/>
          </p:cNvSpPr>
          <p:nvPr>
            <p:ph type="sldNum" idx="9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EEBB2B-3C42-41D5-B697-B61C11BBC71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4"/>
          <p:cNvSpPr>
            <a:spLocks noGrp="1"/>
          </p:cNvSpPr>
          <p:nvPr>
            <p:ph type="ftr" idx="9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PlaceHolder 5"/>
          <p:cNvSpPr>
            <a:spLocks noGrp="1"/>
          </p:cNvSpPr>
          <p:nvPr>
            <p:ph type="sldNum" idx="10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CDD569-6B4E-496C-BEC3-E660C1FFBAB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4"/>
          <p:cNvSpPr>
            <a:spLocks noGrp="1"/>
          </p:cNvSpPr>
          <p:nvPr>
            <p:ph type="ftr" idx="10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PlaceHolder 5"/>
          <p:cNvSpPr>
            <a:spLocks noGrp="1"/>
          </p:cNvSpPr>
          <p:nvPr>
            <p:ph type="sldNum" idx="10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F81338-948C-404C-A53E-35D1772EFC4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4"/>
          <p:cNvSpPr>
            <a:spLocks noGrp="1"/>
          </p:cNvSpPr>
          <p:nvPr>
            <p:ph type="ftr" idx="10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PlaceHolder 5"/>
          <p:cNvSpPr>
            <a:spLocks noGrp="1"/>
          </p:cNvSpPr>
          <p:nvPr>
            <p:ph type="sldNum" idx="10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9A8D2A-59FB-4A02-BEB8-677EA8EEC1E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4"/>
          <p:cNvSpPr>
            <a:spLocks noGrp="1"/>
          </p:cNvSpPr>
          <p:nvPr>
            <p:ph type="ftr" idx="10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PlaceHolder 5"/>
          <p:cNvSpPr>
            <a:spLocks noGrp="1"/>
          </p:cNvSpPr>
          <p:nvPr>
            <p:ph type="sldNum" idx="10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E58C56-F70D-482F-93D8-297772B630B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4"/>
          <p:cNvSpPr>
            <a:spLocks noGrp="1"/>
          </p:cNvSpPr>
          <p:nvPr>
            <p:ph type="ftr" idx="10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PlaceHolder 5"/>
          <p:cNvSpPr>
            <a:spLocks noGrp="1"/>
          </p:cNvSpPr>
          <p:nvPr>
            <p:ph type="sldNum" idx="10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B9124E-855B-4E3E-A008-C563E4C4913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4"/>
          <p:cNvSpPr>
            <a:spLocks noGrp="1"/>
          </p:cNvSpPr>
          <p:nvPr>
            <p:ph type="ftr" idx="10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PlaceHolder 5"/>
          <p:cNvSpPr>
            <a:spLocks noGrp="1"/>
          </p:cNvSpPr>
          <p:nvPr>
            <p:ph type="sldNum" idx="11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CDF160-2478-4399-A9AE-FB8EDB7B6FA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4"/>
          <p:cNvSpPr>
            <a:spLocks noGrp="1"/>
          </p:cNvSpPr>
          <p:nvPr>
            <p:ph type="ftr" idx="11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PlaceHolder 5"/>
          <p:cNvSpPr>
            <a:spLocks noGrp="1"/>
          </p:cNvSpPr>
          <p:nvPr>
            <p:ph type="sldNum" idx="11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5BD68E-8923-4A3C-9940-698FC37F150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4"/>
          <p:cNvSpPr>
            <a:spLocks noGrp="1"/>
          </p:cNvSpPr>
          <p:nvPr>
            <p:ph type="ftr" idx="11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PlaceHolder 5"/>
          <p:cNvSpPr>
            <a:spLocks noGrp="1"/>
          </p:cNvSpPr>
          <p:nvPr>
            <p:ph type="sldNum" idx="11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CB289E-6586-43A1-AE57-D0D9ED585BE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4"/>
          <p:cNvSpPr>
            <a:spLocks noGrp="1"/>
          </p:cNvSpPr>
          <p:nvPr>
            <p:ph type="ftr" idx="11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PlaceHolder 5"/>
          <p:cNvSpPr>
            <a:spLocks noGrp="1"/>
          </p:cNvSpPr>
          <p:nvPr>
            <p:ph type="sldNum" idx="11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C23586-A636-442A-8928-971BC44C999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4"/>
          <p:cNvSpPr>
            <a:spLocks noGrp="1"/>
          </p:cNvSpPr>
          <p:nvPr>
            <p:ph type="ftr" idx="11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PlaceHolder 5"/>
          <p:cNvSpPr>
            <a:spLocks noGrp="1"/>
          </p:cNvSpPr>
          <p:nvPr>
            <p:ph type="sldNum" idx="11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49E421-7D7F-4449-82E2-A6EA389DE22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4"/>
          <p:cNvSpPr>
            <a:spLocks noGrp="1"/>
          </p:cNvSpPr>
          <p:nvPr>
            <p:ph type="ftr" idx="11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PlaceHolder 5"/>
          <p:cNvSpPr>
            <a:spLocks noGrp="1"/>
          </p:cNvSpPr>
          <p:nvPr>
            <p:ph type="sldNum" idx="12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5A4233-8B7B-4465-99B3-CFCA9FA08B6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4"/>
          <p:cNvSpPr>
            <a:spLocks noGrp="1"/>
          </p:cNvSpPr>
          <p:nvPr>
            <p:ph type="ftr" idx="12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PlaceHolder 5"/>
          <p:cNvSpPr>
            <a:spLocks noGrp="1"/>
          </p:cNvSpPr>
          <p:nvPr>
            <p:ph type="sldNum" idx="12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F1CAA4-EE6E-4A18-96CC-5DFF06A270D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4"/>
          <p:cNvSpPr>
            <a:spLocks noGrp="1"/>
          </p:cNvSpPr>
          <p:nvPr>
            <p:ph type="ftr" idx="12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PlaceHolder 5"/>
          <p:cNvSpPr>
            <a:spLocks noGrp="1"/>
          </p:cNvSpPr>
          <p:nvPr>
            <p:ph type="sldNum" idx="12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4B2DE7-020E-452C-AB4C-D6481CFD00C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9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0" name="PlaceHolder 1"/>
          <p:cNvSpPr>
            <a:spLocks noGrp="1"/>
          </p:cNvSpPr>
          <p:nvPr>
            <p:ph type="ftr" idx="125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 type="sldNum" idx="126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06A074-A08C-4BA4-BF4C-8299D38EB5C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5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6" name="PlaceHolder 1"/>
          <p:cNvSpPr>
            <a:spLocks noGrp="1"/>
          </p:cNvSpPr>
          <p:nvPr>
            <p:ph type="ftr" idx="12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ldNum" idx="12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FC0DFC-6441-4EAA-83DC-3BC2C1D0CCD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2"/>
    <p:sldLayoutId id="2147483799" r:id="rId3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4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5" name="PlaceHolder 1"/>
          <p:cNvSpPr>
            <a:spLocks noGrp="1"/>
          </p:cNvSpPr>
          <p:nvPr>
            <p:ph type="ftr" idx="129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sldNum" idx="130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9E70E3-B473-4FD7-BCCF-65371FA9F26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0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1" name="PlaceHolder 1"/>
          <p:cNvSpPr>
            <a:spLocks noGrp="1"/>
          </p:cNvSpPr>
          <p:nvPr>
            <p:ph type="ftr" idx="131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 type="sldNum" idx="132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998C60-66CC-4FA5-8200-B6BABF6076C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6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7" name="PlaceHolder 1"/>
          <p:cNvSpPr>
            <a:spLocks noGrp="1"/>
          </p:cNvSpPr>
          <p:nvPr>
            <p:ph type="ftr" idx="133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 type="sldNum" idx="134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7966D7-8CFF-48B2-BDB6-3736C1C0D52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image" Target="../media/image3.gif"/><Relationship Id="rId3" Type="http://schemas.openxmlformats.org/officeDocument/2006/relationships/image" Target="../media/image4.gif"/><Relationship Id="rId4" Type="http://schemas.openxmlformats.org/officeDocument/2006/relationships/image" Target="../media/image5.png"/><Relationship Id="rId5" Type="http://schemas.openxmlformats.org/officeDocument/2006/relationships/image" Target="../media/image6.jpeg"/><Relationship Id="rId6" Type="http://schemas.openxmlformats.org/officeDocument/2006/relationships/slideLayout" Target="../slideLayouts/slideLayout4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image" Target="../media/image3.gif"/><Relationship Id="rId3" Type="http://schemas.openxmlformats.org/officeDocument/2006/relationships/image" Target="../media/image4.gif"/><Relationship Id="rId4" Type="http://schemas.openxmlformats.org/officeDocument/2006/relationships/image" Target="../media/image7.jpeg"/><Relationship Id="rId5" Type="http://schemas.openxmlformats.org/officeDocument/2006/relationships/image" Target="../media/image8.png"/><Relationship Id="rId6" Type="http://schemas.openxmlformats.org/officeDocument/2006/relationships/image" Target="../media/image9.jpeg"/><Relationship Id="rId7" Type="http://schemas.openxmlformats.org/officeDocument/2006/relationships/slideLayout" Target="../slideLayouts/slideLayout7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7.jpeg"/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5" Type="http://schemas.openxmlformats.org/officeDocument/2006/relationships/image" Target="../media/image4.gif"/><Relationship Id="rId6" Type="http://schemas.openxmlformats.org/officeDocument/2006/relationships/slideLayout" Target="../slideLayouts/slideLayout7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8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8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8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7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6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6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6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606600" y="2057400"/>
            <a:ext cx="8993880" cy="13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d7"/>
                </a:solidFill>
                <a:effectLst/>
                <a:uFillTx/>
                <a:latin typeface="Arial"/>
              </a:rPr>
              <a:t>Improved Reddening, Distance  and  Luminosities</a:t>
            </a:r>
            <a:br>
              <a:rPr sz="2800"/>
            </a:br>
            <a:r>
              <a:rPr b="1" lang="en-US" sz="1400" strike="noStrike" u="none">
                <a:solidFill>
                  <a:srgbClr val="ffffd7"/>
                </a:solidFill>
                <a:effectLst/>
                <a:uFillTx/>
                <a:latin typeface="Arial"/>
              </a:rPr>
              <a:t> </a:t>
            </a:r>
            <a:br>
              <a:rPr sz="3300"/>
            </a:br>
            <a:r>
              <a:rPr b="1" lang="en-US" sz="2600" strike="noStrike" u="none">
                <a:solidFill>
                  <a:srgbClr val="ffffd7"/>
                </a:solidFill>
                <a:effectLst/>
                <a:uFillTx/>
                <a:latin typeface="Arial"/>
              </a:rPr>
              <a:t>for a new sample of Galactic Cepheids </a:t>
            </a:r>
            <a:br>
              <a:rPr sz="1600"/>
            </a:br>
            <a:br>
              <a:rPr sz="2600"/>
            </a:b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 type="title"/>
          </p:nvPr>
        </p:nvSpPr>
        <p:spPr>
          <a:xfrm>
            <a:off x="685800" y="4572000"/>
            <a:ext cx="8993880" cy="107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5ce"/>
                </a:solidFill>
                <a:effectLst/>
                <a:uFillTx/>
                <a:latin typeface="Arial"/>
              </a:rPr>
              <a:t>Shubham Mamgain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4"/>
          <p:cNvSpPr/>
          <p:nvPr/>
        </p:nvSpPr>
        <p:spPr>
          <a:xfrm>
            <a:off x="2279160" y="4572360"/>
            <a:ext cx="5455080" cy="10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" descr=""/>
          <p:cNvPicPr/>
          <p:nvPr/>
        </p:nvPicPr>
        <p:blipFill>
          <a:blip r:embed="rId1"/>
          <a:stretch/>
        </p:blipFill>
        <p:spPr>
          <a:xfrm>
            <a:off x="2129400" y="793800"/>
            <a:ext cx="1756440" cy="175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5" name="" descr=""/>
          <p:cNvPicPr/>
          <p:nvPr/>
        </p:nvPicPr>
        <p:blipFill>
          <a:blip r:embed="rId2"/>
          <a:stretch/>
        </p:blipFill>
        <p:spPr>
          <a:xfrm>
            <a:off x="476640" y="104184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6" name="" descr=""/>
          <p:cNvPicPr/>
          <p:nvPr/>
        </p:nvPicPr>
        <p:blipFill>
          <a:blip r:embed="rId3"/>
          <a:stretch/>
        </p:blipFill>
        <p:spPr>
          <a:xfrm>
            <a:off x="3994200" y="476640"/>
            <a:ext cx="2374200" cy="237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7" name=""/>
          <p:cNvSpPr/>
          <p:nvPr/>
        </p:nvSpPr>
        <p:spPr>
          <a:xfrm>
            <a:off x="47520" y="535320"/>
            <a:ext cx="452412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Object of Interest: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Cepheid Variables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8" name="" descr=""/>
          <p:cNvPicPr/>
          <p:nvPr/>
        </p:nvPicPr>
        <p:blipFill>
          <a:blip r:embed="rId4"/>
          <a:srcRect l="0" t="12300" r="16672" b="8303"/>
          <a:stretch/>
        </p:blipFill>
        <p:spPr>
          <a:xfrm>
            <a:off x="5293800" y="3452760"/>
            <a:ext cx="1900440" cy="171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9" name=""/>
          <p:cNvSpPr/>
          <p:nvPr/>
        </p:nvSpPr>
        <p:spPr>
          <a:xfrm>
            <a:off x="7122600" y="3753000"/>
            <a:ext cx="75708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</a:t>
            </a:r>
            <a:r>
              <a:rPr b="0" lang="en-US" sz="1300" strike="noStrike" u="none" baseline="33000">
                <a:solidFill>
                  <a:srgbClr val="000000"/>
                </a:solidFill>
                <a:effectLst/>
                <a:uFillTx/>
                <a:latin typeface="Arial"/>
              </a:rPr>
              <a:t>++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5774400" y="3837600"/>
            <a:ext cx="914040" cy="9140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Triple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ɑ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1" name=""/>
          <p:cNvGraphicFramePr/>
          <p:nvPr/>
        </p:nvGraphicFramePr>
        <p:xfrm>
          <a:off x="64800" y="3103200"/>
          <a:ext cx="5349240" cy="2383200"/>
        </p:xfrm>
        <a:graphic>
          <a:graphicData uri="http://schemas.openxmlformats.org/drawingml/2006/table">
            <a:tbl>
              <a:tblPr/>
              <a:tblGrid>
                <a:gridCol w="846000"/>
                <a:gridCol w="1032120"/>
                <a:gridCol w="750240"/>
                <a:gridCol w="759600"/>
                <a:gridCol w="1037160"/>
                <a:gridCol w="924480"/>
              </a:tblGrid>
              <a:tr h="366120">
                <a:tc gridSpan="6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Pulsation Cycle of Cepheid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61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Radius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Rapidly Decreasing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Smallest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Increasing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Largest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Rapidly Decreasing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44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Temperature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Rapid Increasing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Near peak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Peak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Adiabatic cooling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Rapid Increasing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42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Ionization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He II → He III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κ - mechanism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He</a:t>
                      </a:r>
                      <a:r>
                        <a:rPr b="0" lang="en-US" sz="900" strike="noStrike" u="none" baseline="33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 </a:t>
                      </a: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III dominated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Recombination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 Unicode MS"/>
                        </a:rPr>
                        <a:t>He II → He III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κ - mechanism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Opacity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Highest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Luminosity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Highest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Decreasing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62" name="" descr=""/>
          <p:cNvPicPr/>
          <p:nvPr/>
        </p:nvPicPr>
        <p:blipFill>
          <a:blip r:embed="rId5"/>
          <a:srcRect l="6398" t="-3292" r="5581" b="0"/>
          <a:stretch/>
        </p:blipFill>
        <p:spPr>
          <a:xfrm>
            <a:off x="7579800" y="685800"/>
            <a:ext cx="2477880" cy="461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3" name=""/>
          <p:cNvSpPr/>
          <p:nvPr/>
        </p:nvSpPr>
        <p:spPr>
          <a:xfrm>
            <a:off x="7101000" y="3450600"/>
            <a:ext cx="779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H/He</a:t>
            </a:r>
            <a:r>
              <a:rPr b="0" lang="en-US" sz="1300" strike="noStrike" u="none" baseline="33000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15"/>
          <p:cNvSpPr/>
          <p:nvPr/>
        </p:nvSpPr>
        <p:spPr>
          <a:xfrm>
            <a:off x="360" y="108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Research . Dataset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4F31C285-C093-4B91-9B4E-4CB87A55BA1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25"/>
          <p:cNvSpPr/>
          <p:nvPr/>
        </p:nvSpPr>
        <p:spPr>
          <a:xfrm>
            <a:off x="0" y="72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Research . Dataset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6" name="" descr=""/>
          <p:cNvPicPr/>
          <p:nvPr/>
        </p:nvPicPr>
        <p:blipFill>
          <a:blip r:embed="rId1"/>
          <a:stretch/>
        </p:blipFill>
        <p:spPr>
          <a:xfrm>
            <a:off x="2129400" y="793800"/>
            <a:ext cx="1756440" cy="175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7" name="" descr=""/>
          <p:cNvPicPr/>
          <p:nvPr/>
        </p:nvPicPr>
        <p:blipFill>
          <a:blip r:embed="rId2"/>
          <a:stretch/>
        </p:blipFill>
        <p:spPr>
          <a:xfrm>
            <a:off x="476640" y="104184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8" name="" descr=""/>
          <p:cNvPicPr/>
          <p:nvPr/>
        </p:nvPicPr>
        <p:blipFill>
          <a:blip r:embed="rId3"/>
          <a:stretch/>
        </p:blipFill>
        <p:spPr>
          <a:xfrm>
            <a:off x="3994200" y="476640"/>
            <a:ext cx="2374200" cy="237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9" name=""/>
          <p:cNvSpPr/>
          <p:nvPr/>
        </p:nvSpPr>
        <p:spPr>
          <a:xfrm>
            <a:off x="47520" y="535320"/>
            <a:ext cx="452412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Object of Interest: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Cepheid Variables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0" name="" descr=""/>
          <p:cNvPicPr/>
          <p:nvPr/>
        </p:nvPicPr>
        <p:blipFill>
          <a:blip r:embed="rId4"/>
          <a:srcRect l="0" t="1578" r="3452" b="4331"/>
          <a:stretch/>
        </p:blipFill>
        <p:spPr>
          <a:xfrm>
            <a:off x="354960" y="2761200"/>
            <a:ext cx="2659680" cy="274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"/>
          <p:cNvSpPr/>
          <p:nvPr/>
        </p:nvSpPr>
        <p:spPr>
          <a:xfrm>
            <a:off x="295200" y="2515680"/>
            <a:ext cx="288144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Property: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Leavitt Law, 1912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1159200" y="5395680"/>
            <a:ext cx="12524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Period (log P)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 rot="16222200">
            <a:off x="-244080" y="3992040"/>
            <a:ext cx="12524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Luminosity (mag)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4" name="" descr=""/>
          <p:cNvPicPr/>
          <p:nvPr/>
        </p:nvPicPr>
        <p:blipFill>
          <a:blip r:embed="rId5"/>
          <a:stretch/>
        </p:blipFill>
        <p:spPr>
          <a:xfrm>
            <a:off x="3814200" y="2934720"/>
            <a:ext cx="2177640" cy="257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5" name="" descr=""/>
          <p:cNvPicPr/>
          <p:nvPr/>
        </p:nvPicPr>
        <p:blipFill>
          <a:blip r:embed="rId6"/>
          <a:stretch/>
        </p:blipFill>
        <p:spPr>
          <a:xfrm>
            <a:off x="6059520" y="2971800"/>
            <a:ext cx="3983760" cy="251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6" name=""/>
          <p:cNvSpPr/>
          <p:nvPr/>
        </p:nvSpPr>
        <p:spPr>
          <a:xfrm>
            <a:off x="5245200" y="3310920"/>
            <a:ext cx="7992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31.41 days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>
            <a:off x="4294800" y="2599200"/>
            <a:ext cx="11595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Hubble, 1924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>
            <a:off x="7858800" y="2599560"/>
            <a:ext cx="11595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Hubble, 1929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0"/>
          </p:nvPr>
        </p:nvSpPr>
        <p:spPr/>
        <p:txBody>
          <a:bodyPr/>
          <a:p>
            <a:fld id="{538552C6-1474-47AF-B003-396BD501F1F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24"/>
          <p:cNvSpPr/>
          <p:nvPr/>
        </p:nvSpPr>
        <p:spPr>
          <a:xfrm>
            <a:off x="0" y="72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Research . Dataset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0" name="" descr=""/>
          <p:cNvPicPr/>
          <p:nvPr/>
        </p:nvPicPr>
        <p:blipFill>
          <a:blip r:embed="rId1"/>
          <a:stretch/>
        </p:blipFill>
        <p:spPr>
          <a:xfrm>
            <a:off x="5200200" y="685800"/>
            <a:ext cx="4627440" cy="475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1" name="" descr=""/>
          <p:cNvPicPr/>
          <p:nvPr/>
        </p:nvPicPr>
        <p:blipFill>
          <a:blip r:embed="rId2"/>
          <a:srcRect l="0" t="1578" r="3452" b="4331"/>
          <a:stretch/>
        </p:blipFill>
        <p:spPr>
          <a:xfrm>
            <a:off x="354960" y="2761200"/>
            <a:ext cx="2659680" cy="27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2" name="" descr=""/>
          <p:cNvPicPr/>
          <p:nvPr/>
        </p:nvPicPr>
        <p:blipFill>
          <a:blip r:embed="rId3"/>
          <a:stretch/>
        </p:blipFill>
        <p:spPr>
          <a:xfrm>
            <a:off x="2129400" y="793800"/>
            <a:ext cx="1756440" cy="175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3" name="" descr=""/>
          <p:cNvPicPr/>
          <p:nvPr/>
        </p:nvPicPr>
        <p:blipFill>
          <a:blip r:embed="rId4"/>
          <a:stretch/>
        </p:blipFill>
        <p:spPr>
          <a:xfrm>
            <a:off x="476640" y="104184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4" name="" descr=""/>
          <p:cNvPicPr/>
          <p:nvPr/>
        </p:nvPicPr>
        <p:blipFill>
          <a:blip r:embed="rId5"/>
          <a:stretch/>
        </p:blipFill>
        <p:spPr>
          <a:xfrm>
            <a:off x="3994200" y="476640"/>
            <a:ext cx="2374200" cy="237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"/>
          <p:cNvSpPr/>
          <p:nvPr/>
        </p:nvSpPr>
        <p:spPr>
          <a:xfrm>
            <a:off x="47520" y="535320"/>
            <a:ext cx="452412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Object of Interest: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Cepheid Variables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7241400" y="4246200"/>
            <a:ext cx="2514240" cy="7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Cosmic Distance Ladder Calibrator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1159200" y="5395680"/>
            <a:ext cx="12524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Period (log P)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 rot="16222200">
            <a:off x="-244080" y="3992040"/>
            <a:ext cx="12524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Luminosity (mag)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>
            <a:off x="295560" y="2516040"/>
            <a:ext cx="288144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Property: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Leavitt Law, 1912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0"/>
          </p:nvPr>
        </p:nvSpPr>
        <p:spPr/>
        <p:txBody>
          <a:bodyPr/>
          <a:p>
            <a:fld id="{B70D5437-2007-42BD-A682-2FA6ECA9B8F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"/>
          <p:cNvSpPr/>
          <p:nvPr/>
        </p:nvSpPr>
        <p:spPr>
          <a:xfrm>
            <a:off x="8370720" y="3326760"/>
            <a:ext cx="360" cy="892440"/>
          </a:xfrm>
          <a:prstGeom prst="line">
            <a:avLst/>
          </a:prstGeom>
          <a:ln cap="rnd"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1" name=""/>
          <p:cNvSpPr/>
          <p:nvPr/>
        </p:nvSpPr>
        <p:spPr>
          <a:xfrm>
            <a:off x="4482720" y="185076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2" name=""/>
          <p:cNvSpPr/>
          <p:nvPr/>
        </p:nvSpPr>
        <p:spPr>
          <a:xfrm rot="21548400">
            <a:off x="298800" y="1596240"/>
            <a:ext cx="11509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Apparent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 rot="4800">
            <a:off x="3805560" y="1580040"/>
            <a:ext cx="13928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Absolute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 flipV="1">
            <a:off x="5943960" y="2203560"/>
            <a:ext cx="3014640" cy="5396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5" name=""/>
          <p:cNvSpPr/>
          <p:nvPr/>
        </p:nvSpPr>
        <p:spPr>
          <a:xfrm>
            <a:off x="5943960" y="2743200"/>
            <a:ext cx="3034440" cy="5900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6" name=""/>
          <p:cNvSpPr/>
          <p:nvPr/>
        </p:nvSpPr>
        <p:spPr>
          <a:xfrm>
            <a:off x="990720" y="1886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97" name="" descr=""/>
          <p:cNvPicPr/>
          <p:nvPr/>
        </p:nvPicPr>
        <p:blipFill>
          <a:blip r:embed="rId1"/>
          <a:stretch/>
        </p:blipFill>
        <p:spPr>
          <a:xfrm rot="21590400">
            <a:off x="757080" y="2514600"/>
            <a:ext cx="385920" cy="38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8" name=""/>
          <p:cNvSpPr/>
          <p:nvPr/>
        </p:nvSpPr>
        <p:spPr>
          <a:xfrm>
            <a:off x="548280" y="4341600"/>
            <a:ext cx="7315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9" name=""/>
          <p:cNvGrpSpPr/>
          <p:nvPr/>
        </p:nvGrpSpPr>
        <p:grpSpPr>
          <a:xfrm>
            <a:off x="7491960" y="1864800"/>
            <a:ext cx="1753200" cy="1645200"/>
            <a:chOff x="7491960" y="1864800"/>
            <a:chExt cx="1753200" cy="1645200"/>
          </a:xfrm>
        </p:grpSpPr>
        <p:sp>
          <p:nvSpPr>
            <p:cNvPr id="800" name=""/>
            <p:cNvSpPr/>
            <p:nvPr/>
          </p:nvSpPr>
          <p:spPr>
            <a:xfrm>
              <a:off x="874944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1" name=""/>
            <p:cNvSpPr/>
            <p:nvPr/>
          </p:nvSpPr>
          <p:spPr>
            <a:xfrm>
              <a:off x="871812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2" name=""/>
            <p:cNvSpPr/>
            <p:nvPr/>
          </p:nvSpPr>
          <p:spPr>
            <a:xfrm>
              <a:off x="865584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3" name=""/>
            <p:cNvSpPr/>
            <p:nvPr/>
          </p:nvSpPr>
          <p:spPr>
            <a:xfrm flipV="1">
              <a:off x="871812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4" name=""/>
            <p:cNvSpPr/>
            <p:nvPr/>
          </p:nvSpPr>
          <p:spPr>
            <a:xfrm flipV="1">
              <a:off x="863496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5" name=""/>
            <p:cNvSpPr/>
            <p:nvPr/>
          </p:nvSpPr>
          <p:spPr>
            <a:xfrm flipV="1">
              <a:off x="842184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6" name=""/>
            <p:cNvSpPr/>
            <p:nvPr/>
          </p:nvSpPr>
          <p:spPr>
            <a:xfrm flipH="1" flipV="1">
              <a:off x="815472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7" name=""/>
            <p:cNvSpPr/>
            <p:nvPr/>
          </p:nvSpPr>
          <p:spPr>
            <a:xfrm flipV="1">
              <a:off x="855108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8" name=""/>
            <p:cNvSpPr/>
            <p:nvPr/>
          </p:nvSpPr>
          <p:spPr>
            <a:xfrm>
              <a:off x="853092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9" name=""/>
            <p:cNvSpPr/>
            <p:nvPr/>
          </p:nvSpPr>
          <p:spPr>
            <a:xfrm flipH="1">
              <a:off x="825372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0" name=""/>
            <p:cNvSpPr/>
            <p:nvPr/>
          </p:nvSpPr>
          <p:spPr>
            <a:xfrm flipH="1">
              <a:off x="787284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1" name=""/>
            <p:cNvSpPr/>
            <p:nvPr/>
          </p:nvSpPr>
          <p:spPr>
            <a:xfrm flipH="1">
              <a:off x="765900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2" name=""/>
            <p:cNvSpPr/>
            <p:nvPr/>
          </p:nvSpPr>
          <p:spPr>
            <a:xfrm flipH="1">
              <a:off x="754416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3" name=""/>
            <p:cNvSpPr/>
            <p:nvPr/>
          </p:nvSpPr>
          <p:spPr>
            <a:xfrm flipH="1" flipV="1">
              <a:off x="757548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4" name=""/>
            <p:cNvSpPr/>
            <p:nvPr/>
          </p:nvSpPr>
          <p:spPr>
            <a:xfrm flipH="1" flipV="1">
              <a:off x="785736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5" name=""/>
            <p:cNvSpPr/>
            <p:nvPr/>
          </p:nvSpPr>
          <p:spPr>
            <a:xfrm flipH="1" flipV="1">
              <a:off x="749196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6" name=""/>
            <p:cNvSpPr/>
            <p:nvPr/>
          </p:nvSpPr>
          <p:spPr>
            <a:xfrm>
              <a:off x="7987320" y="2363760"/>
              <a:ext cx="771840" cy="74268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7" name=""/>
            <p:cNvSpPr/>
            <p:nvPr/>
          </p:nvSpPr>
          <p:spPr>
            <a:xfrm>
              <a:off x="7806240" y="2190600"/>
              <a:ext cx="1136880" cy="113688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818" name=""/>
          <p:cNvSpPr/>
          <p:nvPr/>
        </p:nvSpPr>
        <p:spPr>
          <a:xfrm>
            <a:off x="4093560" y="4377600"/>
            <a:ext cx="6440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"/>
          <p:cNvSpPr/>
          <p:nvPr/>
        </p:nvSpPr>
        <p:spPr>
          <a:xfrm>
            <a:off x="871560" y="4845600"/>
            <a:ext cx="27806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: Distance (in parsec)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871560" y="5133600"/>
            <a:ext cx="32428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: Distance Modulus (in magnitude)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"/>
          <p:cNvSpPr/>
          <p:nvPr/>
        </p:nvSpPr>
        <p:spPr>
          <a:xfrm>
            <a:off x="4363560" y="5133600"/>
            <a:ext cx="11196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mag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4363560" y="4845600"/>
            <a:ext cx="13482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pc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"/>
          <p:cNvSpPr/>
          <p:nvPr/>
        </p:nvSpPr>
        <p:spPr>
          <a:xfrm>
            <a:off x="8215560" y="4809600"/>
            <a:ext cx="6458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pc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 rot="3000">
            <a:off x="2313720" y="3936600"/>
            <a:ext cx="11509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 flipV="1">
            <a:off x="1071360" y="4377600"/>
            <a:ext cx="3358080" cy="180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3200" bIns="-432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6" name=""/>
          <p:cNvSpPr/>
          <p:nvPr/>
        </p:nvSpPr>
        <p:spPr>
          <a:xfrm flipV="1">
            <a:off x="991080" y="2190600"/>
            <a:ext cx="7379640" cy="5529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7" name=""/>
          <p:cNvSpPr/>
          <p:nvPr/>
        </p:nvSpPr>
        <p:spPr>
          <a:xfrm>
            <a:off x="990720" y="2743560"/>
            <a:ext cx="7337160" cy="5853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8" name=""/>
          <p:cNvSpPr/>
          <p:nvPr/>
        </p:nvSpPr>
        <p:spPr>
          <a:xfrm>
            <a:off x="6629760" y="4343400"/>
            <a:ext cx="1141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29" name="" descr=""/>
          <p:cNvPicPr/>
          <p:nvPr/>
        </p:nvPicPr>
        <p:blipFill>
          <a:blip r:embed="rId2"/>
          <a:stretch/>
        </p:blipFill>
        <p:spPr>
          <a:xfrm rot="21590400">
            <a:off x="4069800" y="2334240"/>
            <a:ext cx="780480" cy="78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0" name=""/>
          <p:cNvSpPr/>
          <p:nvPr/>
        </p:nvSpPr>
        <p:spPr>
          <a:xfrm flipV="1">
            <a:off x="4503960" y="2095560"/>
            <a:ext cx="3867120" cy="54000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1" name=""/>
          <p:cNvSpPr/>
          <p:nvPr/>
        </p:nvSpPr>
        <p:spPr>
          <a:xfrm>
            <a:off x="4468320" y="2743560"/>
            <a:ext cx="3902760" cy="58500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2" name=""/>
          <p:cNvSpPr/>
          <p:nvPr/>
        </p:nvSpPr>
        <p:spPr>
          <a:xfrm>
            <a:off x="4483080" y="185112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3" name=""/>
          <p:cNvSpPr/>
          <p:nvPr/>
        </p:nvSpPr>
        <p:spPr>
          <a:xfrm>
            <a:off x="4483800" y="1851480"/>
            <a:ext cx="360" cy="2495520"/>
          </a:xfrm>
          <a:prstGeom prst="line">
            <a:avLst/>
          </a:prstGeom>
          <a:ln cap="rnd" w="18000">
            <a:solidFill>
              <a:srgbClr val="1c1c1c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4" name=""/>
          <p:cNvSpPr/>
          <p:nvPr/>
        </p:nvSpPr>
        <p:spPr>
          <a:xfrm>
            <a:off x="47520" y="535680"/>
            <a:ext cx="909612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Research Goal: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Determine true absolute magnitude of the target Cepheids.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"/>
          <p:cNvSpPr/>
          <p:nvPr/>
        </p:nvSpPr>
        <p:spPr>
          <a:xfrm>
            <a:off x="2290320" y="1578960"/>
            <a:ext cx="8740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Distance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"/>
          <p:cNvSpPr/>
          <p:nvPr/>
        </p:nvSpPr>
        <p:spPr>
          <a:xfrm>
            <a:off x="7906680" y="1615320"/>
            <a:ext cx="10929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Luminosity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"/>
          <p:cNvSpPr/>
          <p:nvPr/>
        </p:nvSpPr>
        <p:spPr>
          <a:xfrm>
            <a:off x="3200400" y="1077480"/>
            <a:ext cx="25160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 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 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=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DejaVu Sans"/>
              </a:rPr>
              <a:t>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- 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DejaVu Sans"/>
              </a:rPr>
              <a:t>µ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7"/>
          <p:cNvSpPr/>
          <p:nvPr/>
        </p:nvSpPr>
        <p:spPr>
          <a:xfrm>
            <a:off x="360" y="108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2"/>
          </p:nvPr>
        </p:nvSpPr>
        <p:spPr/>
        <p:txBody>
          <a:bodyPr/>
          <a:p>
            <a:fld id="{E664E75F-7D6F-43AE-8AE5-7EF6218A427B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"/>
          <p:cNvSpPr/>
          <p:nvPr/>
        </p:nvSpPr>
        <p:spPr>
          <a:xfrm>
            <a:off x="9090720" y="3362760"/>
            <a:ext cx="360" cy="8924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0" name=""/>
          <p:cNvSpPr/>
          <p:nvPr/>
        </p:nvSpPr>
        <p:spPr>
          <a:xfrm>
            <a:off x="8370720" y="3362760"/>
            <a:ext cx="360" cy="892440"/>
          </a:xfrm>
          <a:prstGeom prst="line">
            <a:avLst/>
          </a:prstGeom>
          <a:ln cap="rnd"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1" name=""/>
          <p:cNvSpPr/>
          <p:nvPr/>
        </p:nvSpPr>
        <p:spPr>
          <a:xfrm>
            <a:off x="592272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42" name="" descr=""/>
          <p:cNvPicPr/>
          <p:nvPr/>
        </p:nvPicPr>
        <p:blipFill>
          <a:blip r:embed="rId1"/>
          <a:stretch/>
        </p:blipFill>
        <p:spPr>
          <a:xfrm rot="21590400">
            <a:off x="5509440" y="2334240"/>
            <a:ext cx="780480" cy="78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"/>
          <p:cNvSpPr/>
          <p:nvPr/>
        </p:nvSpPr>
        <p:spPr>
          <a:xfrm>
            <a:off x="4482720" y="185076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4" name=""/>
          <p:cNvSpPr/>
          <p:nvPr/>
        </p:nvSpPr>
        <p:spPr>
          <a:xfrm>
            <a:off x="5508360" y="4341600"/>
            <a:ext cx="6674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 rot="16237200">
            <a:off x="5618160" y="3791160"/>
            <a:ext cx="100656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Absolute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"/>
          <p:cNvSpPr/>
          <p:nvPr/>
        </p:nvSpPr>
        <p:spPr>
          <a:xfrm rot="16237200">
            <a:off x="3815640" y="3507480"/>
            <a:ext cx="11930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Absolute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"/>
          <p:cNvSpPr/>
          <p:nvPr/>
        </p:nvSpPr>
        <p:spPr>
          <a:xfrm rot="16237200">
            <a:off x="4043520" y="3927240"/>
            <a:ext cx="66456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True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 flipV="1">
            <a:off x="990720" y="2203560"/>
            <a:ext cx="7967880" cy="5396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9" name=""/>
          <p:cNvSpPr/>
          <p:nvPr/>
        </p:nvSpPr>
        <p:spPr>
          <a:xfrm>
            <a:off x="990720" y="2743200"/>
            <a:ext cx="7987680" cy="5900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0" name=""/>
          <p:cNvSpPr/>
          <p:nvPr/>
        </p:nvSpPr>
        <p:spPr>
          <a:xfrm flipV="1">
            <a:off x="5943960" y="2203560"/>
            <a:ext cx="3014640" cy="5396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1" name=""/>
          <p:cNvSpPr/>
          <p:nvPr/>
        </p:nvSpPr>
        <p:spPr>
          <a:xfrm>
            <a:off x="5943960" y="2743200"/>
            <a:ext cx="3034440" cy="5900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2" name=""/>
          <p:cNvSpPr/>
          <p:nvPr/>
        </p:nvSpPr>
        <p:spPr>
          <a:xfrm>
            <a:off x="990720" y="1886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53" name="" descr=""/>
          <p:cNvPicPr/>
          <p:nvPr/>
        </p:nvPicPr>
        <p:blipFill>
          <a:blip r:embed="rId2"/>
          <a:stretch/>
        </p:blipFill>
        <p:spPr>
          <a:xfrm rot="21590400">
            <a:off x="757080" y="2514600"/>
            <a:ext cx="385920" cy="38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4" name=""/>
          <p:cNvSpPr/>
          <p:nvPr/>
        </p:nvSpPr>
        <p:spPr>
          <a:xfrm>
            <a:off x="548280" y="4341600"/>
            <a:ext cx="7315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5" name=""/>
          <p:cNvGrpSpPr/>
          <p:nvPr/>
        </p:nvGrpSpPr>
        <p:grpSpPr>
          <a:xfrm>
            <a:off x="7491960" y="1864800"/>
            <a:ext cx="1753200" cy="1645200"/>
            <a:chOff x="7491960" y="1864800"/>
            <a:chExt cx="1753200" cy="1645200"/>
          </a:xfrm>
        </p:grpSpPr>
        <p:sp>
          <p:nvSpPr>
            <p:cNvPr id="856" name=""/>
            <p:cNvSpPr/>
            <p:nvPr/>
          </p:nvSpPr>
          <p:spPr>
            <a:xfrm>
              <a:off x="874944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57" name=""/>
            <p:cNvSpPr/>
            <p:nvPr/>
          </p:nvSpPr>
          <p:spPr>
            <a:xfrm>
              <a:off x="871812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58" name=""/>
            <p:cNvSpPr/>
            <p:nvPr/>
          </p:nvSpPr>
          <p:spPr>
            <a:xfrm>
              <a:off x="865584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59" name=""/>
            <p:cNvSpPr/>
            <p:nvPr/>
          </p:nvSpPr>
          <p:spPr>
            <a:xfrm flipV="1">
              <a:off x="871812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0" name=""/>
            <p:cNvSpPr/>
            <p:nvPr/>
          </p:nvSpPr>
          <p:spPr>
            <a:xfrm flipV="1">
              <a:off x="863496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1" name=""/>
            <p:cNvSpPr/>
            <p:nvPr/>
          </p:nvSpPr>
          <p:spPr>
            <a:xfrm flipV="1">
              <a:off x="842184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2" name=""/>
            <p:cNvSpPr/>
            <p:nvPr/>
          </p:nvSpPr>
          <p:spPr>
            <a:xfrm flipH="1" flipV="1">
              <a:off x="815472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3" name=""/>
            <p:cNvSpPr/>
            <p:nvPr/>
          </p:nvSpPr>
          <p:spPr>
            <a:xfrm flipV="1">
              <a:off x="855108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4" name=""/>
            <p:cNvSpPr/>
            <p:nvPr/>
          </p:nvSpPr>
          <p:spPr>
            <a:xfrm>
              <a:off x="853092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5" name=""/>
            <p:cNvSpPr/>
            <p:nvPr/>
          </p:nvSpPr>
          <p:spPr>
            <a:xfrm flipH="1">
              <a:off x="825372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6" name=""/>
            <p:cNvSpPr/>
            <p:nvPr/>
          </p:nvSpPr>
          <p:spPr>
            <a:xfrm flipH="1">
              <a:off x="787284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7" name=""/>
            <p:cNvSpPr/>
            <p:nvPr/>
          </p:nvSpPr>
          <p:spPr>
            <a:xfrm flipH="1">
              <a:off x="765900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8" name=""/>
            <p:cNvSpPr/>
            <p:nvPr/>
          </p:nvSpPr>
          <p:spPr>
            <a:xfrm flipH="1">
              <a:off x="754416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9" name=""/>
            <p:cNvSpPr/>
            <p:nvPr/>
          </p:nvSpPr>
          <p:spPr>
            <a:xfrm flipH="1" flipV="1">
              <a:off x="757548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70" name=""/>
            <p:cNvSpPr/>
            <p:nvPr/>
          </p:nvSpPr>
          <p:spPr>
            <a:xfrm flipH="1" flipV="1">
              <a:off x="785736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71" name=""/>
            <p:cNvSpPr/>
            <p:nvPr/>
          </p:nvSpPr>
          <p:spPr>
            <a:xfrm flipH="1" flipV="1">
              <a:off x="749196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72" name=""/>
            <p:cNvSpPr/>
            <p:nvPr/>
          </p:nvSpPr>
          <p:spPr>
            <a:xfrm>
              <a:off x="7987320" y="2363760"/>
              <a:ext cx="771840" cy="74268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73" name=""/>
            <p:cNvSpPr/>
            <p:nvPr/>
          </p:nvSpPr>
          <p:spPr>
            <a:xfrm>
              <a:off x="7806240" y="2190600"/>
              <a:ext cx="1136880" cy="113688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874" name=""/>
          <p:cNvSpPr/>
          <p:nvPr/>
        </p:nvSpPr>
        <p:spPr>
          <a:xfrm>
            <a:off x="8522280" y="2190600"/>
            <a:ext cx="1136880" cy="1136880"/>
          </a:xfrm>
          <a:prstGeom prst="ellipse">
            <a:avLst/>
          </a:prstGeom>
          <a:gradFill rotWithShape="0">
            <a:gsLst>
              <a:gs pos="0">
                <a:srgbClr val="ff4000">
                  <a:alpha val="0"/>
                </a:srgbClr>
              </a:gs>
              <a:gs pos="100000">
                <a:srgbClr val="c9211e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5" name=""/>
          <p:cNvSpPr/>
          <p:nvPr/>
        </p:nvSpPr>
        <p:spPr>
          <a:xfrm>
            <a:off x="4093560" y="4377600"/>
            <a:ext cx="6440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"/>
          <p:cNvSpPr/>
          <p:nvPr/>
        </p:nvSpPr>
        <p:spPr>
          <a:xfrm>
            <a:off x="4939200" y="4377600"/>
            <a:ext cx="4640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"/>
          <p:cNvSpPr/>
          <p:nvPr/>
        </p:nvSpPr>
        <p:spPr>
          <a:xfrm>
            <a:off x="8936280" y="5097600"/>
            <a:ext cx="62388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δµ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8936280" y="4809600"/>
            <a:ext cx="7232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δd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 rot="3000">
            <a:off x="2313720" y="3936600"/>
            <a:ext cx="11509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"/>
          <p:cNvSpPr/>
          <p:nvPr/>
        </p:nvSpPr>
        <p:spPr>
          <a:xfrm flipV="1">
            <a:off x="1071360" y="4377600"/>
            <a:ext cx="3358080" cy="180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3200" bIns="-432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1" name=""/>
          <p:cNvSpPr/>
          <p:nvPr/>
        </p:nvSpPr>
        <p:spPr>
          <a:xfrm>
            <a:off x="2028240" y="3333600"/>
            <a:ext cx="238176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Reddening Ratio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"/>
          <p:cNvSpPr/>
          <p:nvPr/>
        </p:nvSpPr>
        <p:spPr>
          <a:xfrm rot="3000">
            <a:off x="2061360" y="1559880"/>
            <a:ext cx="13741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Color Excess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E(B-V)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>
            <a:off x="4546800" y="4377960"/>
            <a:ext cx="1322640" cy="36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4" name=""/>
          <p:cNvSpPr/>
          <p:nvPr/>
        </p:nvSpPr>
        <p:spPr>
          <a:xfrm>
            <a:off x="2455200" y="3621600"/>
            <a:ext cx="4640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"/>
          <p:cNvSpPr/>
          <p:nvPr/>
        </p:nvSpPr>
        <p:spPr>
          <a:xfrm flipV="1">
            <a:off x="991080" y="2190600"/>
            <a:ext cx="7379640" cy="5529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6" name=""/>
          <p:cNvSpPr/>
          <p:nvPr/>
        </p:nvSpPr>
        <p:spPr>
          <a:xfrm>
            <a:off x="990720" y="2743560"/>
            <a:ext cx="7337160" cy="5853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7" name=""/>
          <p:cNvSpPr/>
          <p:nvPr/>
        </p:nvSpPr>
        <p:spPr>
          <a:xfrm>
            <a:off x="6629760" y="4343400"/>
            <a:ext cx="1141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8" name=""/>
          <p:cNvSpPr/>
          <p:nvPr/>
        </p:nvSpPr>
        <p:spPr>
          <a:xfrm>
            <a:off x="8470800" y="4233960"/>
            <a:ext cx="566640" cy="36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89" name="" descr=""/>
          <p:cNvPicPr/>
          <p:nvPr/>
        </p:nvPicPr>
        <p:blipFill>
          <a:blip r:embed="rId3"/>
          <a:stretch/>
        </p:blipFill>
        <p:spPr>
          <a:xfrm rot="21590400">
            <a:off x="4069800" y="2334240"/>
            <a:ext cx="780480" cy="78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0" name=""/>
          <p:cNvSpPr/>
          <p:nvPr/>
        </p:nvSpPr>
        <p:spPr>
          <a:xfrm flipV="1">
            <a:off x="4503960" y="2203560"/>
            <a:ext cx="3867120" cy="54000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1" name=""/>
          <p:cNvSpPr/>
          <p:nvPr/>
        </p:nvSpPr>
        <p:spPr>
          <a:xfrm>
            <a:off x="4468320" y="2743560"/>
            <a:ext cx="3902760" cy="58500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2" name=""/>
          <p:cNvSpPr/>
          <p:nvPr/>
        </p:nvSpPr>
        <p:spPr>
          <a:xfrm>
            <a:off x="5923080" y="185112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3" name=""/>
          <p:cNvSpPr/>
          <p:nvPr/>
        </p:nvSpPr>
        <p:spPr>
          <a:xfrm>
            <a:off x="4483080" y="185112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4" name=""/>
          <p:cNvSpPr/>
          <p:nvPr/>
        </p:nvSpPr>
        <p:spPr>
          <a:xfrm>
            <a:off x="5923440" y="1851480"/>
            <a:ext cx="360" cy="2492640"/>
          </a:xfrm>
          <a:prstGeom prst="line">
            <a:avLst/>
          </a:prstGeom>
          <a:ln w="18000">
            <a:solidFill>
              <a:srgbClr val="729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5" name=""/>
          <p:cNvSpPr/>
          <p:nvPr/>
        </p:nvSpPr>
        <p:spPr>
          <a:xfrm>
            <a:off x="4591440" y="1851480"/>
            <a:ext cx="360" cy="2495520"/>
          </a:xfrm>
          <a:prstGeom prst="line">
            <a:avLst/>
          </a:prstGeom>
          <a:ln cap="rnd" w="18000">
            <a:solidFill>
              <a:srgbClr val="ff4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6" name=""/>
          <p:cNvSpPr/>
          <p:nvPr/>
        </p:nvSpPr>
        <p:spPr>
          <a:xfrm>
            <a:off x="4483800" y="1851480"/>
            <a:ext cx="360" cy="2495520"/>
          </a:xfrm>
          <a:prstGeom prst="line">
            <a:avLst/>
          </a:prstGeom>
          <a:ln cap="rnd" w="18000">
            <a:solidFill>
              <a:srgbClr val="1c1c1c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7" name=""/>
          <p:cNvSpPr/>
          <p:nvPr/>
        </p:nvSpPr>
        <p:spPr>
          <a:xfrm>
            <a:off x="4773240" y="1851480"/>
            <a:ext cx="360" cy="2495520"/>
          </a:xfrm>
          <a:prstGeom prst="line">
            <a:avLst/>
          </a:prstGeom>
          <a:ln cap="rnd" w="18000">
            <a:solidFill>
              <a:srgbClr val="ff7b59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8" name=""/>
          <p:cNvSpPr/>
          <p:nvPr/>
        </p:nvSpPr>
        <p:spPr>
          <a:xfrm>
            <a:off x="5923800" y="1851480"/>
            <a:ext cx="360" cy="2492640"/>
          </a:xfrm>
          <a:prstGeom prst="line">
            <a:avLst/>
          </a:prstGeom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9" name=""/>
          <p:cNvSpPr/>
          <p:nvPr/>
        </p:nvSpPr>
        <p:spPr>
          <a:xfrm>
            <a:off x="5563800" y="185148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0" name=""/>
          <p:cNvSpPr/>
          <p:nvPr/>
        </p:nvSpPr>
        <p:spPr>
          <a:xfrm>
            <a:off x="5240160" y="1851480"/>
            <a:ext cx="360" cy="2495520"/>
          </a:xfrm>
          <a:prstGeom prst="line">
            <a:avLst/>
          </a:prstGeom>
          <a:ln cap="rnd" w="18000">
            <a:solidFill>
              <a:srgbClr val="729fcf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1" name=""/>
          <p:cNvSpPr/>
          <p:nvPr/>
        </p:nvSpPr>
        <p:spPr>
          <a:xfrm>
            <a:off x="4988520" y="1851480"/>
            <a:ext cx="360" cy="2495520"/>
          </a:xfrm>
          <a:prstGeom prst="line">
            <a:avLst/>
          </a:prstGeom>
          <a:ln cap="rnd" w="18000">
            <a:solidFill>
              <a:srgbClr val="d4ea6b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2" name=""/>
          <p:cNvSpPr/>
          <p:nvPr/>
        </p:nvSpPr>
        <p:spPr>
          <a:xfrm>
            <a:off x="4428000" y="1562400"/>
            <a:ext cx="11930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Extinction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47520" y="535680"/>
            <a:ext cx="909612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 Unicode MS"/>
              </a:rPr>
              <a:t>Luminosity: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 Unicode MS"/>
              </a:rPr>
              <a:t> Incoming light affected by the interstellar medium present in the line-of-sight.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871920" y="4845960"/>
            <a:ext cx="27806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: Distance (in parsec)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"/>
          <p:cNvSpPr/>
          <p:nvPr/>
        </p:nvSpPr>
        <p:spPr>
          <a:xfrm>
            <a:off x="4363920" y="5133960"/>
            <a:ext cx="11196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mag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"/>
          <p:cNvSpPr/>
          <p:nvPr/>
        </p:nvSpPr>
        <p:spPr>
          <a:xfrm>
            <a:off x="4363920" y="4845960"/>
            <a:ext cx="13482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pc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8215920" y="4809960"/>
            <a:ext cx="6458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pc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"/>
          <p:cNvSpPr/>
          <p:nvPr/>
        </p:nvSpPr>
        <p:spPr>
          <a:xfrm>
            <a:off x="871920" y="5133600"/>
            <a:ext cx="32428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: Distance Modulus (in magnitude)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 rot="16151400">
            <a:off x="8252640" y="3902400"/>
            <a:ext cx="15804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Reddened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0" name="" descr=""/>
          <p:cNvPicPr/>
          <p:nvPr/>
        </p:nvPicPr>
        <p:blipFill>
          <a:blip r:embed="rId4">
            <a:alphaModFix amt="51000"/>
          </a:blip>
          <a:stretch/>
        </p:blipFill>
        <p:spPr>
          <a:xfrm>
            <a:off x="1418760" y="1482120"/>
            <a:ext cx="4417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1" name="PlaceHolder 21"/>
          <p:cNvSpPr/>
          <p:nvPr/>
        </p:nvSpPr>
        <p:spPr>
          <a:xfrm>
            <a:off x="720" y="144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"/>
          <p:cNvSpPr/>
          <p:nvPr/>
        </p:nvSpPr>
        <p:spPr>
          <a:xfrm>
            <a:off x="3373200" y="1065600"/>
            <a:ext cx="32324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 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 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=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DejaVu Sans"/>
              </a:rPr>
              <a:t>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- 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DejaVu Sans"/>
              </a:rPr>
              <a:t>µ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Noto Sans CJK SC"/>
              </a:rPr>
              <a:t>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- 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λ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. E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pple Braille"/>
                <a:ea typeface="Arial"/>
              </a:rPr>
              <a:t>BV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pple Braille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2"/>
          </p:nvPr>
        </p:nvSpPr>
        <p:spPr/>
        <p:txBody>
          <a:bodyPr/>
          <a:p>
            <a:fld id="{B0B83793-C7B9-4CF6-A41B-51122DC5B0D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"/>
          <p:cNvSpPr/>
          <p:nvPr/>
        </p:nvSpPr>
        <p:spPr>
          <a:xfrm>
            <a:off x="592272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14" name="" descr=""/>
          <p:cNvPicPr/>
          <p:nvPr/>
        </p:nvPicPr>
        <p:blipFill>
          <a:blip r:embed="rId1"/>
          <a:stretch/>
        </p:blipFill>
        <p:spPr>
          <a:xfrm rot="21590400">
            <a:off x="5509440" y="2334240"/>
            <a:ext cx="780480" cy="78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5" name=""/>
          <p:cNvSpPr/>
          <p:nvPr/>
        </p:nvSpPr>
        <p:spPr>
          <a:xfrm>
            <a:off x="4482720" y="185076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16" name=""/>
          <p:cNvSpPr/>
          <p:nvPr/>
        </p:nvSpPr>
        <p:spPr>
          <a:xfrm>
            <a:off x="5508360" y="4341600"/>
            <a:ext cx="6674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 flipV="1">
            <a:off x="990720" y="2203560"/>
            <a:ext cx="7967880" cy="5396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18" name=""/>
          <p:cNvSpPr/>
          <p:nvPr/>
        </p:nvSpPr>
        <p:spPr>
          <a:xfrm>
            <a:off x="990720" y="2743200"/>
            <a:ext cx="7987680" cy="5900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19" name=""/>
          <p:cNvSpPr/>
          <p:nvPr/>
        </p:nvSpPr>
        <p:spPr>
          <a:xfrm flipV="1">
            <a:off x="5943960" y="2203560"/>
            <a:ext cx="3014640" cy="5396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20" name=""/>
          <p:cNvSpPr/>
          <p:nvPr/>
        </p:nvSpPr>
        <p:spPr>
          <a:xfrm>
            <a:off x="5943960" y="2743200"/>
            <a:ext cx="3034440" cy="5900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21" name=""/>
          <p:cNvSpPr/>
          <p:nvPr/>
        </p:nvSpPr>
        <p:spPr>
          <a:xfrm>
            <a:off x="990720" y="1886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22" name="" descr=""/>
          <p:cNvPicPr/>
          <p:nvPr/>
        </p:nvPicPr>
        <p:blipFill>
          <a:blip r:embed="rId2"/>
          <a:stretch/>
        </p:blipFill>
        <p:spPr>
          <a:xfrm rot="21590400">
            <a:off x="757080" y="2514600"/>
            <a:ext cx="385920" cy="38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3" name=""/>
          <p:cNvSpPr/>
          <p:nvPr/>
        </p:nvSpPr>
        <p:spPr>
          <a:xfrm>
            <a:off x="548280" y="4341600"/>
            <a:ext cx="7315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4" name=""/>
          <p:cNvGrpSpPr/>
          <p:nvPr/>
        </p:nvGrpSpPr>
        <p:grpSpPr>
          <a:xfrm>
            <a:off x="7491960" y="1864800"/>
            <a:ext cx="1753200" cy="1645200"/>
            <a:chOff x="7491960" y="1864800"/>
            <a:chExt cx="1753200" cy="1645200"/>
          </a:xfrm>
        </p:grpSpPr>
        <p:sp>
          <p:nvSpPr>
            <p:cNvPr id="925" name=""/>
            <p:cNvSpPr/>
            <p:nvPr/>
          </p:nvSpPr>
          <p:spPr>
            <a:xfrm>
              <a:off x="874944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26" name=""/>
            <p:cNvSpPr/>
            <p:nvPr/>
          </p:nvSpPr>
          <p:spPr>
            <a:xfrm>
              <a:off x="871812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27" name=""/>
            <p:cNvSpPr/>
            <p:nvPr/>
          </p:nvSpPr>
          <p:spPr>
            <a:xfrm>
              <a:off x="865584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28" name=""/>
            <p:cNvSpPr/>
            <p:nvPr/>
          </p:nvSpPr>
          <p:spPr>
            <a:xfrm flipV="1">
              <a:off x="871812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29" name=""/>
            <p:cNvSpPr/>
            <p:nvPr/>
          </p:nvSpPr>
          <p:spPr>
            <a:xfrm flipV="1">
              <a:off x="863496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0" name=""/>
            <p:cNvSpPr/>
            <p:nvPr/>
          </p:nvSpPr>
          <p:spPr>
            <a:xfrm flipV="1">
              <a:off x="842184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1" name=""/>
            <p:cNvSpPr/>
            <p:nvPr/>
          </p:nvSpPr>
          <p:spPr>
            <a:xfrm flipH="1" flipV="1">
              <a:off x="815472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2" name=""/>
            <p:cNvSpPr/>
            <p:nvPr/>
          </p:nvSpPr>
          <p:spPr>
            <a:xfrm flipV="1">
              <a:off x="855108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3" name=""/>
            <p:cNvSpPr/>
            <p:nvPr/>
          </p:nvSpPr>
          <p:spPr>
            <a:xfrm>
              <a:off x="853092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4" name=""/>
            <p:cNvSpPr/>
            <p:nvPr/>
          </p:nvSpPr>
          <p:spPr>
            <a:xfrm flipH="1">
              <a:off x="825372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5" name=""/>
            <p:cNvSpPr/>
            <p:nvPr/>
          </p:nvSpPr>
          <p:spPr>
            <a:xfrm flipH="1">
              <a:off x="787284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6" name=""/>
            <p:cNvSpPr/>
            <p:nvPr/>
          </p:nvSpPr>
          <p:spPr>
            <a:xfrm flipH="1">
              <a:off x="765900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7" name=""/>
            <p:cNvSpPr/>
            <p:nvPr/>
          </p:nvSpPr>
          <p:spPr>
            <a:xfrm flipH="1">
              <a:off x="754416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8" name=""/>
            <p:cNvSpPr/>
            <p:nvPr/>
          </p:nvSpPr>
          <p:spPr>
            <a:xfrm flipH="1" flipV="1">
              <a:off x="757548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9" name=""/>
            <p:cNvSpPr/>
            <p:nvPr/>
          </p:nvSpPr>
          <p:spPr>
            <a:xfrm flipH="1" flipV="1">
              <a:off x="785736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40" name=""/>
            <p:cNvSpPr/>
            <p:nvPr/>
          </p:nvSpPr>
          <p:spPr>
            <a:xfrm flipH="1" flipV="1">
              <a:off x="749196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41" name=""/>
            <p:cNvSpPr/>
            <p:nvPr/>
          </p:nvSpPr>
          <p:spPr>
            <a:xfrm>
              <a:off x="7987320" y="2363760"/>
              <a:ext cx="771840" cy="74268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42" name=""/>
            <p:cNvSpPr/>
            <p:nvPr/>
          </p:nvSpPr>
          <p:spPr>
            <a:xfrm>
              <a:off x="7806240" y="2190600"/>
              <a:ext cx="1136880" cy="113688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943" name=""/>
          <p:cNvSpPr/>
          <p:nvPr/>
        </p:nvSpPr>
        <p:spPr>
          <a:xfrm>
            <a:off x="8522280" y="2190600"/>
            <a:ext cx="1136880" cy="1136880"/>
          </a:xfrm>
          <a:prstGeom prst="ellipse">
            <a:avLst/>
          </a:prstGeom>
          <a:gradFill rotWithShape="0">
            <a:gsLst>
              <a:gs pos="0">
                <a:srgbClr val="ff4000">
                  <a:alpha val="0"/>
                </a:srgbClr>
              </a:gs>
              <a:gs pos="100000">
                <a:srgbClr val="c9211e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4" name=""/>
          <p:cNvSpPr/>
          <p:nvPr/>
        </p:nvSpPr>
        <p:spPr>
          <a:xfrm>
            <a:off x="4093560" y="4377600"/>
            <a:ext cx="6440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"/>
          <p:cNvSpPr/>
          <p:nvPr/>
        </p:nvSpPr>
        <p:spPr>
          <a:xfrm>
            <a:off x="4939200" y="4377600"/>
            <a:ext cx="4640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"/>
          <p:cNvSpPr/>
          <p:nvPr/>
        </p:nvSpPr>
        <p:spPr>
          <a:xfrm rot="3000">
            <a:off x="2313720" y="3936600"/>
            <a:ext cx="11509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"/>
          <p:cNvSpPr/>
          <p:nvPr/>
        </p:nvSpPr>
        <p:spPr>
          <a:xfrm flipV="1">
            <a:off x="1071360" y="4377600"/>
            <a:ext cx="3358080" cy="180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3200" bIns="-432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8" name=""/>
          <p:cNvSpPr/>
          <p:nvPr/>
        </p:nvSpPr>
        <p:spPr>
          <a:xfrm>
            <a:off x="4546800" y="4377960"/>
            <a:ext cx="1322640" cy="36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9" name=""/>
          <p:cNvSpPr/>
          <p:nvPr/>
        </p:nvSpPr>
        <p:spPr>
          <a:xfrm flipV="1">
            <a:off x="991080" y="2190600"/>
            <a:ext cx="7379640" cy="5529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0" name=""/>
          <p:cNvSpPr/>
          <p:nvPr/>
        </p:nvSpPr>
        <p:spPr>
          <a:xfrm>
            <a:off x="990720" y="2743560"/>
            <a:ext cx="7337160" cy="5853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1" name=""/>
          <p:cNvSpPr/>
          <p:nvPr/>
        </p:nvSpPr>
        <p:spPr>
          <a:xfrm>
            <a:off x="6629760" y="4343400"/>
            <a:ext cx="1141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52" name="" descr=""/>
          <p:cNvPicPr/>
          <p:nvPr/>
        </p:nvPicPr>
        <p:blipFill>
          <a:blip r:embed="rId3"/>
          <a:stretch/>
        </p:blipFill>
        <p:spPr>
          <a:xfrm rot="21590400">
            <a:off x="4069800" y="2334240"/>
            <a:ext cx="780480" cy="78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3" name=""/>
          <p:cNvSpPr/>
          <p:nvPr/>
        </p:nvSpPr>
        <p:spPr>
          <a:xfrm flipV="1">
            <a:off x="4503960" y="2203560"/>
            <a:ext cx="3867120" cy="54000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4" name=""/>
          <p:cNvSpPr/>
          <p:nvPr/>
        </p:nvSpPr>
        <p:spPr>
          <a:xfrm>
            <a:off x="4468320" y="2743560"/>
            <a:ext cx="3902760" cy="58500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5" name=""/>
          <p:cNvSpPr/>
          <p:nvPr/>
        </p:nvSpPr>
        <p:spPr>
          <a:xfrm>
            <a:off x="5923080" y="185112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6" name=""/>
          <p:cNvSpPr/>
          <p:nvPr/>
        </p:nvSpPr>
        <p:spPr>
          <a:xfrm>
            <a:off x="4483080" y="185112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7" name=""/>
          <p:cNvSpPr/>
          <p:nvPr/>
        </p:nvSpPr>
        <p:spPr>
          <a:xfrm>
            <a:off x="5923440" y="1851480"/>
            <a:ext cx="360" cy="2492640"/>
          </a:xfrm>
          <a:prstGeom prst="line">
            <a:avLst/>
          </a:prstGeom>
          <a:ln w="18000">
            <a:solidFill>
              <a:srgbClr val="729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8" name=""/>
          <p:cNvSpPr/>
          <p:nvPr/>
        </p:nvSpPr>
        <p:spPr>
          <a:xfrm>
            <a:off x="4591440" y="1851480"/>
            <a:ext cx="360" cy="2495520"/>
          </a:xfrm>
          <a:prstGeom prst="line">
            <a:avLst/>
          </a:prstGeom>
          <a:ln cap="rnd" w="18000">
            <a:solidFill>
              <a:srgbClr val="ff4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9" name=""/>
          <p:cNvSpPr/>
          <p:nvPr/>
        </p:nvSpPr>
        <p:spPr>
          <a:xfrm>
            <a:off x="4483800" y="1851480"/>
            <a:ext cx="360" cy="2495520"/>
          </a:xfrm>
          <a:prstGeom prst="line">
            <a:avLst/>
          </a:prstGeom>
          <a:ln cap="rnd" w="18000">
            <a:solidFill>
              <a:srgbClr val="1c1c1c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0" name=""/>
          <p:cNvSpPr/>
          <p:nvPr/>
        </p:nvSpPr>
        <p:spPr>
          <a:xfrm>
            <a:off x="4773240" y="1851480"/>
            <a:ext cx="360" cy="2495520"/>
          </a:xfrm>
          <a:prstGeom prst="line">
            <a:avLst/>
          </a:prstGeom>
          <a:ln cap="rnd" w="18000">
            <a:solidFill>
              <a:srgbClr val="ff7b59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1" name=""/>
          <p:cNvSpPr/>
          <p:nvPr/>
        </p:nvSpPr>
        <p:spPr>
          <a:xfrm>
            <a:off x="5923800" y="1851480"/>
            <a:ext cx="360" cy="2492640"/>
          </a:xfrm>
          <a:prstGeom prst="line">
            <a:avLst/>
          </a:prstGeom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2" name=""/>
          <p:cNvSpPr/>
          <p:nvPr/>
        </p:nvSpPr>
        <p:spPr>
          <a:xfrm>
            <a:off x="5563800" y="185148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3" name=""/>
          <p:cNvSpPr/>
          <p:nvPr/>
        </p:nvSpPr>
        <p:spPr>
          <a:xfrm>
            <a:off x="5240160" y="1851480"/>
            <a:ext cx="360" cy="2495520"/>
          </a:xfrm>
          <a:prstGeom prst="line">
            <a:avLst/>
          </a:prstGeom>
          <a:ln cap="rnd" w="18000">
            <a:solidFill>
              <a:srgbClr val="729fcf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4" name=""/>
          <p:cNvSpPr/>
          <p:nvPr/>
        </p:nvSpPr>
        <p:spPr>
          <a:xfrm>
            <a:off x="4988520" y="1851480"/>
            <a:ext cx="360" cy="2495520"/>
          </a:xfrm>
          <a:prstGeom prst="line">
            <a:avLst/>
          </a:prstGeom>
          <a:ln cap="rnd" w="18000">
            <a:solidFill>
              <a:srgbClr val="d4ea6b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65" name="" descr=""/>
          <p:cNvPicPr/>
          <p:nvPr/>
        </p:nvPicPr>
        <p:blipFill>
          <a:blip r:embed="rId4"/>
          <a:stretch/>
        </p:blipFill>
        <p:spPr>
          <a:xfrm>
            <a:off x="6172920" y="1815120"/>
            <a:ext cx="3908160" cy="265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6" name=""/>
          <p:cNvSpPr/>
          <p:nvPr/>
        </p:nvSpPr>
        <p:spPr>
          <a:xfrm>
            <a:off x="47520" y="536040"/>
            <a:ext cx="909612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Reddening: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Shorter wavelength get absorbs more effectively than longer ones. 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1227960" y="4928040"/>
            <a:ext cx="7915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Hint: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Use multi-band photometry to decouple distance-reddening systematics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8" name=""/>
          <p:cNvGraphicFramePr/>
          <p:nvPr/>
        </p:nvGraphicFramePr>
        <p:xfrm>
          <a:off x="6508800" y="1246320"/>
          <a:ext cx="3498120" cy="553320"/>
        </p:xfrm>
        <a:graphic>
          <a:graphicData uri="http://schemas.openxmlformats.org/drawingml/2006/table">
            <a:tbl>
              <a:tblPr/>
              <a:tblGrid>
                <a:gridCol w="573480"/>
                <a:gridCol w="427680"/>
                <a:gridCol w="500400"/>
                <a:gridCol w="500400"/>
                <a:gridCol w="500400"/>
                <a:gridCol w="500400"/>
                <a:gridCol w="495720"/>
              </a:tblGrid>
              <a:tr h="2142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A</a:t>
                      </a:r>
                      <a:r>
                        <a:rPr b="1" lang="en-US" sz="1000" strike="noStrike" u="none" baseline="-8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λ </a:t>
                      </a: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/A</a:t>
                      </a:r>
                      <a:r>
                        <a:rPr b="1" lang="en-US" sz="1000" strike="noStrike" u="none" baseline="-8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      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endParaRPr b="1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1.31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0.608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0.292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0.181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69" name=""/>
          <p:cNvSpPr/>
          <p:nvPr/>
        </p:nvSpPr>
        <p:spPr>
          <a:xfrm>
            <a:off x="2887200" y="999000"/>
            <a:ext cx="42296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Galactic Reddening Ratio (Sandage, 2004)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 band :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1" lang="en-US" sz="11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V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3.23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/>
          <p:nvPr/>
        </p:nvSpPr>
        <p:spPr>
          <a:xfrm>
            <a:off x="6930000" y="986400"/>
            <a:ext cx="25938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Galactic Extinction Law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(Fouque, 2004)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1" name="" descr=""/>
          <p:cNvPicPr/>
          <p:nvPr/>
        </p:nvPicPr>
        <p:blipFill>
          <a:blip r:embed="rId5">
            <a:alphaModFix amt="51000"/>
          </a:blip>
          <a:stretch/>
        </p:blipFill>
        <p:spPr>
          <a:xfrm>
            <a:off x="1418400" y="1482120"/>
            <a:ext cx="4417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2" name=""/>
          <p:cNvSpPr/>
          <p:nvPr/>
        </p:nvSpPr>
        <p:spPr>
          <a:xfrm>
            <a:off x="565200" y="993960"/>
            <a:ext cx="26348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Multi-band Galactic Reddening Ratio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 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/A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6"/>
          <p:cNvSpPr/>
          <p:nvPr/>
        </p:nvSpPr>
        <p:spPr>
          <a:xfrm>
            <a:off x="720" y="144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2"/>
          </p:nvPr>
        </p:nvSpPr>
        <p:spPr/>
        <p:txBody>
          <a:bodyPr/>
          <a:p>
            <a:fld id="{D3876BE9-6FE7-4BDA-9EE5-22E4EF274D7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/>
          </p:nvPr>
        </p:nvSpPr>
        <p:spPr>
          <a:xfrm>
            <a:off x="5472000" y="1080000"/>
            <a:ext cx="3064320" cy="359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Parallax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2"/>
          <p:cNvSpPr>
            <a:spLocks noGrp="1"/>
          </p:cNvSpPr>
          <p:nvPr>
            <p:ph/>
          </p:nvPr>
        </p:nvSpPr>
        <p:spPr>
          <a:xfrm>
            <a:off x="247320" y="1067040"/>
            <a:ext cx="4552560" cy="359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InfraRed Surface Brightness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6" name="" descr=""/>
          <p:cNvPicPr/>
          <p:nvPr/>
        </p:nvPicPr>
        <p:blipFill>
          <a:blip r:embed="rId1"/>
          <a:stretch/>
        </p:blipFill>
        <p:spPr>
          <a:xfrm>
            <a:off x="6109200" y="1600200"/>
            <a:ext cx="3798720" cy="33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7" name=""/>
          <p:cNvSpPr/>
          <p:nvPr/>
        </p:nvSpPr>
        <p:spPr>
          <a:xfrm>
            <a:off x="47520" y="536400"/>
            <a:ext cx="90961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Distance: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Two independent methods employed to determine distance of individual Cepheid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1228320" y="4928400"/>
            <a:ext cx="7915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 Unicode MS"/>
              </a:rPr>
              <a:t>Dilemma: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 Unicode MS"/>
              </a:rPr>
              <a:t> Similar but slightly different results. Which one is correct?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9" name="" descr=""/>
          <p:cNvPicPr/>
          <p:nvPr/>
        </p:nvPicPr>
        <p:blipFill>
          <a:blip r:embed="rId2"/>
          <a:stretch/>
        </p:blipFill>
        <p:spPr>
          <a:xfrm>
            <a:off x="3585960" y="4099320"/>
            <a:ext cx="235728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0" name="PlaceHolder 3"/>
          <p:cNvSpPr/>
          <p:nvPr/>
        </p:nvSpPr>
        <p:spPr>
          <a:xfrm>
            <a:off x="720" y="144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4"/>
          </p:nvPr>
        </p:nvSpPr>
        <p:spPr/>
        <p:txBody>
          <a:bodyPr/>
          <a:p>
            <a:fld id="{A353846D-C4CE-4CAF-A5B1-651DAA93B71A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" descr=""/>
          <p:cNvPicPr/>
          <p:nvPr/>
        </p:nvPicPr>
        <p:blipFill>
          <a:blip r:embed="rId1"/>
          <a:stretch/>
        </p:blipFill>
        <p:spPr>
          <a:xfrm>
            <a:off x="138240" y="776520"/>
            <a:ext cx="9725400" cy="313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2" name=""/>
          <p:cNvSpPr/>
          <p:nvPr/>
        </p:nvSpPr>
        <p:spPr>
          <a:xfrm>
            <a:off x="205200" y="878400"/>
            <a:ext cx="299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>
            <a:off x="205200" y="1166400"/>
            <a:ext cx="299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>
            <a:off x="241200" y="1526400"/>
            <a:ext cx="2300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>
            <a:off x="205200" y="1850400"/>
            <a:ext cx="26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>
            <a:off x="205200" y="2174400"/>
            <a:ext cx="309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>
            <a:off x="205560" y="2498400"/>
            <a:ext cx="299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205560" y="3146400"/>
            <a:ext cx="5965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IRSB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205560" y="3398400"/>
            <a:ext cx="1250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Gaia Parallax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>
            <a:off x="47520" y="536400"/>
            <a:ext cx="90961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Galactic Cepheids: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BVIJHK Photometry + Color Excess + IRSB/Gaia Distance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1" name="" descr=""/>
          <p:cNvPicPr/>
          <p:nvPr/>
        </p:nvPicPr>
        <p:blipFill>
          <a:blip r:embed="rId2"/>
          <a:stretch/>
        </p:blipFill>
        <p:spPr>
          <a:xfrm>
            <a:off x="5395320" y="3800160"/>
            <a:ext cx="4470120" cy="187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2" name="" descr=""/>
          <p:cNvPicPr/>
          <p:nvPr/>
        </p:nvPicPr>
        <p:blipFill>
          <a:blip r:embed="rId3"/>
          <a:srcRect l="31498" t="21302" r="30694" b="15651"/>
          <a:stretch/>
        </p:blipFill>
        <p:spPr>
          <a:xfrm rot="2944800">
            <a:off x="1388160" y="3372480"/>
            <a:ext cx="1647360" cy="20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3" name=""/>
          <p:cNvSpPr/>
          <p:nvPr/>
        </p:nvSpPr>
        <p:spPr>
          <a:xfrm rot="21595200">
            <a:off x="981360" y="4764960"/>
            <a:ext cx="857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LMC - 36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"/>
          <p:cNvSpPr/>
          <p:nvPr/>
        </p:nvSpPr>
        <p:spPr>
          <a:xfrm rot="21595200">
            <a:off x="1371240" y="5394960"/>
            <a:ext cx="857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SMC - 32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"/>
          <p:cNvSpPr/>
          <p:nvPr/>
        </p:nvSpPr>
        <p:spPr>
          <a:xfrm rot="21595200">
            <a:off x="1620000" y="3909960"/>
            <a:ext cx="893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MW - 150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"/>
          <p:cNvSpPr/>
          <p:nvPr/>
        </p:nvSpPr>
        <p:spPr>
          <a:xfrm>
            <a:off x="228600" y="2785680"/>
            <a:ext cx="1244520" cy="28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E(B – V) x 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22"/>
          <p:cNvSpPr/>
          <p:nvPr/>
        </p:nvSpPr>
        <p:spPr>
          <a:xfrm>
            <a:off x="720" y="144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Dataset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D2DB43C9-FFA1-44B9-9512-F934E8E93616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"/>
          <p:cNvSpPr/>
          <p:nvPr/>
        </p:nvSpPr>
        <p:spPr>
          <a:xfrm>
            <a:off x="47520" y="536400"/>
            <a:ext cx="90961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cleaning: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Instability Strip Criteria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19"/>
          <p:cNvSpPr/>
          <p:nvPr/>
        </p:nvSpPr>
        <p:spPr>
          <a:xfrm>
            <a:off x="1080" y="180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Dataset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0" name="" descr=""/>
          <p:cNvPicPr/>
          <p:nvPr/>
        </p:nvPicPr>
        <p:blipFill>
          <a:blip r:embed="rId1"/>
          <a:srcRect l="7655" t="9088" r="8719" b="14"/>
          <a:stretch/>
        </p:blipFill>
        <p:spPr>
          <a:xfrm>
            <a:off x="4957200" y="1202760"/>
            <a:ext cx="5005080" cy="217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1" name="" descr=""/>
          <p:cNvPicPr/>
          <p:nvPr/>
        </p:nvPicPr>
        <p:blipFill>
          <a:blip r:embed="rId2"/>
          <a:srcRect l="7418" t="7256" r="7266" b="14"/>
          <a:stretch/>
        </p:blipFill>
        <p:spPr>
          <a:xfrm>
            <a:off x="47520" y="1131840"/>
            <a:ext cx="5053320" cy="219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2" name="" descr=""/>
          <p:cNvPicPr/>
          <p:nvPr/>
        </p:nvPicPr>
        <p:blipFill>
          <a:blip r:embed="rId3"/>
          <a:srcRect l="7033" t="8789" r="8567" b="3232"/>
          <a:stretch/>
        </p:blipFill>
        <p:spPr>
          <a:xfrm>
            <a:off x="4865760" y="3423600"/>
            <a:ext cx="5185440" cy="216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3" name="" descr=""/>
          <p:cNvPicPr/>
          <p:nvPr/>
        </p:nvPicPr>
        <p:blipFill>
          <a:blip r:embed="rId4"/>
          <a:srcRect l="8351" t="5419" r="9215" b="15"/>
          <a:stretch/>
        </p:blipFill>
        <p:spPr>
          <a:xfrm>
            <a:off x="48600" y="3320280"/>
            <a:ext cx="4980960" cy="228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D058B0C3-0202-46E0-9706-08F853D902B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23"/>
          <p:cNvSpPr/>
          <p:nvPr/>
        </p:nvSpPr>
        <p:spPr>
          <a:xfrm>
            <a:off x="1440" y="216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Dataset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Method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"/>
          <p:cNvSpPr/>
          <p:nvPr/>
        </p:nvSpPr>
        <p:spPr>
          <a:xfrm>
            <a:off x="47520" y="536400"/>
            <a:ext cx="90961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Key Idea: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Leavitt Law prior to calibration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6E5F268B-4F3F-4CE7-A20A-FFF3F8C72B41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"/>
          <p:cNvSpPr/>
          <p:nvPr/>
        </p:nvSpPr>
        <p:spPr>
          <a:xfrm>
            <a:off x="878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"/>
          <p:cNvSpPr/>
          <p:nvPr/>
        </p:nvSpPr>
        <p:spPr>
          <a:xfrm>
            <a:off x="2282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"/>
          <p:cNvSpPr/>
          <p:nvPr/>
        </p:nvSpPr>
        <p:spPr>
          <a:xfrm>
            <a:off x="1560600" y="1346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fff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"/>
          <p:cNvSpPr/>
          <p:nvPr/>
        </p:nvSpPr>
        <p:spPr>
          <a:xfrm flipH="1">
            <a:off x="1293120" y="1539000"/>
            <a:ext cx="256680" cy="537480"/>
          </a:xfrm>
          <a:custGeom>
            <a:avLst/>
            <a:gdLst>
              <a:gd name="textAreaLeft" fmla="*/ -720 w 256680"/>
              <a:gd name="textAreaRight" fmla="*/ 257040 w 2566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0" name=""/>
          <p:cNvSpPr/>
          <p:nvPr/>
        </p:nvSpPr>
        <p:spPr>
          <a:xfrm>
            <a:off x="2475000" y="1503000"/>
            <a:ext cx="224280" cy="537480"/>
          </a:xfrm>
          <a:custGeom>
            <a:avLst/>
            <a:gdLst>
              <a:gd name="textAreaLeft" fmla="*/ 0 w 224280"/>
              <a:gd name="textAreaRight" fmla="*/ 225360 w 2242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1" name=""/>
          <p:cNvSpPr/>
          <p:nvPr/>
        </p:nvSpPr>
        <p:spPr>
          <a:xfrm>
            <a:off x="1792800" y="227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2" name=""/>
          <p:cNvSpPr/>
          <p:nvPr/>
        </p:nvSpPr>
        <p:spPr>
          <a:xfrm>
            <a:off x="948600" y="130500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10"/>
          <p:cNvSpPr/>
          <p:nvPr/>
        </p:nvSpPr>
        <p:spPr>
          <a:xfrm>
            <a:off x="1440" y="216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Dataset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9DE08EC4-8770-41C2-AAA0-6455A1518F7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"/>
          <p:cNvSpPr/>
          <p:nvPr/>
        </p:nvSpPr>
        <p:spPr>
          <a:xfrm>
            <a:off x="829800" y="1222200"/>
            <a:ext cx="2446920" cy="1488240"/>
          </a:xfrm>
          <a:prstGeom prst="rect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5" name=""/>
          <p:cNvSpPr/>
          <p:nvPr/>
        </p:nvSpPr>
        <p:spPr>
          <a:xfrm>
            <a:off x="878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"/>
          <p:cNvSpPr/>
          <p:nvPr/>
        </p:nvSpPr>
        <p:spPr>
          <a:xfrm>
            <a:off x="2282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"/>
          <p:cNvSpPr/>
          <p:nvPr/>
        </p:nvSpPr>
        <p:spPr>
          <a:xfrm>
            <a:off x="1560600" y="1346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"/>
          <p:cNvSpPr/>
          <p:nvPr/>
        </p:nvSpPr>
        <p:spPr>
          <a:xfrm flipH="1">
            <a:off x="1293120" y="1539000"/>
            <a:ext cx="256680" cy="537480"/>
          </a:xfrm>
          <a:custGeom>
            <a:avLst/>
            <a:gdLst>
              <a:gd name="textAreaLeft" fmla="*/ -720 w 256680"/>
              <a:gd name="textAreaRight" fmla="*/ 257040 w 2566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9" name=""/>
          <p:cNvSpPr/>
          <p:nvPr/>
        </p:nvSpPr>
        <p:spPr>
          <a:xfrm>
            <a:off x="2475000" y="1503000"/>
            <a:ext cx="224280" cy="537480"/>
          </a:xfrm>
          <a:custGeom>
            <a:avLst/>
            <a:gdLst>
              <a:gd name="textAreaLeft" fmla="*/ 0 w 224280"/>
              <a:gd name="textAreaRight" fmla="*/ 225360 w 2242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0" name=""/>
          <p:cNvSpPr/>
          <p:nvPr/>
        </p:nvSpPr>
        <p:spPr>
          <a:xfrm>
            <a:off x="1792800" y="227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1" name=""/>
          <p:cNvSpPr/>
          <p:nvPr/>
        </p:nvSpPr>
        <p:spPr>
          <a:xfrm>
            <a:off x="948600" y="130500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"/>
          <p:cNvSpPr/>
          <p:nvPr/>
        </p:nvSpPr>
        <p:spPr>
          <a:xfrm>
            <a:off x="78480" y="3369960"/>
            <a:ext cx="3545640" cy="1632240"/>
          </a:xfrm>
          <a:prstGeom prst="rect">
            <a:avLst/>
          </a:prstGeom>
          <a:solidFill>
            <a:srgbClr val="f7d1d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3" name=""/>
          <p:cNvSpPr/>
          <p:nvPr/>
        </p:nvSpPr>
        <p:spPr>
          <a:xfrm flipV="1">
            <a:off x="1335240" y="249696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4" name=""/>
          <p:cNvSpPr/>
          <p:nvPr/>
        </p:nvSpPr>
        <p:spPr>
          <a:xfrm flipV="1">
            <a:off x="2742840" y="249696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5" name=""/>
          <p:cNvSpPr/>
          <p:nvPr/>
        </p:nvSpPr>
        <p:spPr>
          <a:xfrm>
            <a:off x="228600" y="4334760"/>
            <a:ext cx="753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"/>
          <p:cNvSpPr/>
          <p:nvPr/>
        </p:nvSpPr>
        <p:spPr>
          <a:xfrm>
            <a:off x="878400" y="348516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"/>
          <p:cNvSpPr/>
          <p:nvPr/>
        </p:nvSpPr>
        <p:spPr>
          <a:xfrm flipV="1">
            <a:off x="577800" y="3935880"/>
            <a:ext cx="753840" cy="378360"/>
          </a:xfrm>
          <a:custGeom>
            <a:avLst/>
            <a:gdLst>
              <a:gd name="textAreaLeft" fmla="*/ 0 w 753840"/>
              <a:gd name="textAreaRight" fmla="*/ 754920 w 75384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8" name=""/>
          <p:cNvSpPr/>
          <p:nvPr/>
        </p:nvSpPr>
        <p:spPr>
          <a:xfrm>
            <a:off x="1524600" y="4334760"/>
            <a:ext cx="636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"/>
          <p:cNvSpPr/>
          <p:nvPr/>
        </p:nvSpPr>
        <p:spPr>
          <a:xfrm flipH="1" flipV="1">
            <a:off x="1365840" y="3935880"/>
            <a:ext cx="497160" cy="378360"/>
          </a:xfrm>
          <a:custGeom>
            <a:avLst/>
            <a:gdLst>
              <a:gd name="textAreaLeft" fmla="*/ -720 w 497160"/>
              <a:gd name="textAreaRight" fmla="*/ 497520 w 4971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0" name=""/>
          <p:cNvSpPr/>
          <p:nvPr/>
        </p:nvSpPr>
        <p:spPr>
          <a:xfrm>
            <a:off x="2640600" y="4334760"/>
            <a:ext cx="6595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E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"/>
          <p:cNvSpPr/>
          <p:nvPr/>
        </p:nvSpPr>
        <p:spPr>
          <a:xfrm>
            <a:off x="2282400" y="348516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"/>
          <p:cNvSpPr/>
          <p:nvPr/>
        </p:nvSpPr>
        <p:spPr>
          <a:xfrm flipH="1" flipV="1">
            <a:off x="2737440" y="3935880"/>
            <a:ext cx="241560" cy="378360"/>
          </a:xfrm>
          <a:custGeom>
            <a:avLst/>
            <a:gdLst>
              <a:gd name="textAreaLeft" fmla="*/ -720 w 241560"/>
              <a:gd name="textAreaRight" fmla="*/ 241920 w 2415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3" name=""/>
          <p:cNvSpPr/>
          <p:nvPr/>
        </p:nvSpPr>
        <p:spPr>
          <a:xfrm>
            <a:off x="1792800" y="371376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4" name=""/>
          <p:cNvSpPr/>
          <p:nvPr/>
        </p:nvSpPr>
        <p:spPr>
          <a:xfrm>
            <a:off x="228600" y="3429360"/>
            <a:ext cx="456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"/>
          <p:cNvSpPr/>
          <p:nvPr/>
        </p:nvSpPr>
        <p:spPr>
          <a:xfrm>
            <a:off x="2854440" y="3986280"/>
            <a:ext cx="32184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5"/>
          <p:cNvSpPr/>
          <p:nvPr/>
        </p:nvSpPr>
        <p:spPr>
          <a:xfrm>
            <a:off x="1800" y="252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Dataset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52104164-77FD-4B02-BEB7-AC0BCF0AEF15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"/>
          <p:cNvSpPr/>
          <p:nvPr/>
        </p:nvSpPr>
        <p:spPr>
          <a:xfrm>
            <a:off x="829800" y="1222200"/>
            <a:ext cx="2446920" cy="1488240"/>
          </a:xfrm>
          <a:prstGeom prst="rect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8" name=""/>
          <p:cNvSpPr/>
          <p:nvPr/>
        </p:nvSpPr>
        <p:spPr>
          <a:xfrm>
            <a:off x="878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"/>
          <p:cNvSpPr/>
          <p:nvPr/>
        </p:nvSpPr>
        <p:spPr>
          <a:xfrm>
            <a:off x="2282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"/>
          <p:cNvSpPr/>
          <p:nvPr/>
        </p:nvSpPr>
        <p:spPr>
          <a:xfrm>
            <a:off x="1560600" y="1346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"/>
          <p:cNvSpPr/>
          <p:nvPr/>
        </p:nvSpPr>
        <p:spPr>
          <a:xfrm flipH="1">
            <a:off x="1293120" y="1539000"/>
            <a:ext cx="256680" cy="537480"/>
          </a:xfrm>
          <a:custGeom>
            <a:avLst/>
            <a:gdLst>
              <a:gd name="textAreaLeft" fmla="*/ -720 w 256680"/>
              <a:gd name="textAreaRight" fmla="*/ 257040 w 2566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2" name=""/>
          <p:cNvSpPr/>
          <p:nvPr/>
        </p:nvSpPr>
        <p:spPr>
          <a:xfrm>
            <a:off x="2475000" y="1503000"/>
            <a:ext cx="224280" cy="537480"/>
          </a:xfrm>
          <a:custGeom>
            <a:avLst/>
            <a:gdLst>
              <a:gd name="textAreaLeft" fmla="*/ 0 w 224280"/>
              <a:gd name="textAreaRight" fmla="*/ 225360 w 2242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3" name=""/>
          <p:cNvSpPr/>
          <p:nvPr/>
        </p:nvSpPr>
        <p:spPr>
          <a:xfrm>
            <a:off x="1792800" y="227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4" name=""/>
          <p:cNvSpPr/>
          <p:nvPr/>
        </p:nvSpPr>
        <p:spPr>
          <a:xfrm>
            <a:off x="948600" y="130500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"/>
          <p:cNvSpPr/>
          <p:nvPr/>
        </p:nvSpPr>
        <p:spPr>
          <a:xfrm>
            <a:off x="78480" y="3369960"/>
            <a:ext cx="3545640" cy="1632240"/>
          </a:xfrm>
          <a:prstGeom prst="rect">
            <a:avLst/>
          </a:prstGeom>
          <a:solidFill>
            <a:srgbClr val="f7d1d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6" name=""/>
          <p:cNvSpPr/>
          <p:nvPr/>
        </p:nvSpPr>
        <p:spPr>
          <a:xfrm flipV="1">
            <a:off x="1335240" y="249696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7" name=""/>
          <p:cNvSpPr/>
          <p:nvPr/>
        </p:nvSpPr>
        <p:spPr>
          <a:xfrm flipV="1">
            <a:off x="2742840" y="249696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8" name=""/>
          <p:cNvSpPr/>
          <p:nvPr/>
        </p:nvSpPr>
        <p:spPr>
          <a:xfrm>
            <a:off x="228600" y="4334760"/>
            <a:ext cx="753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"/>
          <p:cNvSpPr/>
          <p:nvPr/>
        </p:nvSpPr>
        <p:spPr>
          <a:xfrm>
            <a:off x="878400" y="348516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"/>
          <p:cNvSpPr/>
          <p:nvPr/>
        </p:nvSpPr>
        <p:spPr>
          <a:xfrm flipV="1">
            <a:off x="577800" y="3935880"/>
            <a:ext cx="753840" cy="378360"/>
          </a:xfrm>
          <a:custGeom>
            <a:avLst/>
            <a:gdLst>
              <a:gd name="textAreaLeft" fmla="*/ 0 w 753840"/>
              <a:gd name="textAreaRight" fmla="*/ 754920 w 75384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1" name=""/>
          <p:cNvSpPr/>
          <p:nvPr/>
        </p:nvSpPr>
        <p:spPr>
          <a:xfrm>
            <a:off x="1524600" y="4334760"/>
            <a:ext cx="636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"/>
          <p:cNvSpPr/>
          <p:nvPr/>
        </p:nvSpPr>
        <p:spPr>
          <a:xfrm flipH="1" flipV="1">
            <a:off x="1365840" y="3935880"/>
            <a:ext cx="497160" cy="378360"/>
          </a:xfrm>
          <a:custGeom>
            <a:avLst/>
            <a:gdLst>
              <a:gd name="textAreaLeft" fmla="*/ -720 w 497160"/>
              <a:gd name="textAreaRight" fmla="*/ 497520 w 4971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3" name=""/>
          <p:cNvSpPr/>
          <p:nvPr/>
        </p:nvSpPr>
        <p:spPr>
          <a:xfrm>
            <a:off x="2282400" y="348516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"/>
          <p:cNvSpPr/>
          <p:nvPr/>
        </p:nvSpPr>
        <p:spPr>
          <a:xfrm flipH="1" flipV="1">
            <a:off x="2737440" y="3935880"/>
            <a:ext cx="241560" cy="378360"/>
          </a:xfrm>
          <a:custGeom>
            <a:avLst/>
            <a:gdLst>
              <a:gd name="textAreaLeft" fmla="*/ -720 w 241560"/>
              <a:gd name="textAreaRight" fmla="*/ 241920 w 2415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5" name=""/>
          <p:cNvSpPr/>
          <p:nvPr/>
        </p:nvSpPr>
        <p:spPr>
          <a:xfrm>
            <a:off x="1792800" y="371376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6" name=""/>
          <p:cNvSpPr/>
          <p:nvPr/>
        </p:nvSpPr>
        <p:spPr>
          <a:xfrm>
            <a:off x="228600" y="3429360"/>
            <a:ext cx="456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"/>
          <p:cNvSpPr/>
          <p:nvPr/>
        </p:nvSpPr>
        <p:spPr>
          <a:xfrm>
            <a:off x="3304440" y="1371600"/>
            <a:ext cx="3177360" cy="3196440"/>
          </a:xfrm>
          <a:custGeom>
            <a:avLst/>
            <a:gdLst>
              <a:gd name="textAreaLeft" fmla="*/ 0 w 3177360"/>
              <a:gd name="textAreaRight" fmla="*/ 3178440 w 3177360"/>
              <a:gd name="textAreaTop" fmla="*/ 0 h 3196440"/>
              <a:gd name="textAreaBottom" fmla="*/ 3197520 h 3196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8" name=""/>
          <p:cNvSpPr/>
          <p:nvPr/>
        </p:nvSpPr>
        <p:spPr>
          <a:xfrm>
            <a:off x="3612960" y="2714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logP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"/>
          <p:cNvSpPr/>
          <p:nvPr/>
        </p:nvSpPr>
        <p:spPr>
          <a:xfrm>
            <a:off x="4151160" y="3051000"/>
            <a:ext cx="1451520" cy="1402920"/>
          </a:xfrm>
          <a:custGeom>
            <a:avLst/>
            <a:gdLst>
              <a:gd name="textAreaLeft" fmla="*/ 0 w 1451520"/>
              <a:gd name="textAreaRight" fmla="*/ 1452600 w 1451520"/>
              <a:gd name="textAreaTop" fmla="*/ 0 h 1402920"/>
              <a:gd name="textAreaBottom" fmla="*/ 1404000 h 1402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PL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"/>
          <p:cNvSpPr/>
          <p:nvPr/>
        </p:nvSpPr>
        <p:spPr>
          <a:xfrm>
            <a:off x="4187520" y="14925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PW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"/>
          <p:cNvSpPr/>
          <p:nvPr/>
        </p:nvSpPr>
        <p:spPr>
          <a:xfrm flipV="1">
            <a:off x="3197160" y="2236320"/>
            <a:ext cx="913680" cy="26280"/>
          </a:xfrm>
          <a:custGeom>
            <a:avLst/>
            <a:gdLst>
              <a:gd name="textAreaLeft" fmla="*/ 0 w 913680"/>
              <a:gd name="textAreaRight" fmla="*/ 914760 w 913680"/>
              <a:gd name="textAreaTop" fmla="*/ -72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2" name=""/>
          <p:cNvSpPr/>
          <p:nvPr/>
        </p:nvSpPr>
        <p:spPr>
          <a:xfrm flipV="1">
            <a:off x="3612960" y="2237760"/>
            <a:ext cx="497880" cy="496800"/>
          </a:xfrm>
          <a:custGeom>
            <a:avLst/>
            <a:gdLst>
              <a:gd name="textAreaLeft" fmla="*/ 0 w 497880"/>
              <a:gd name="textAreaRight" fmla="*/ 498960 w 497880"/>
              <a:gd name="textAreaTop" fmla="*/ 720 h 496800"/>
              <a:gd name="textAreaBottom" fmla="*/ 498600 h 496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3" name=""/>
          <p:cNvSpPr/>
          <p:nvPr/>
        </p:nvSpPr>
        <p:spPr>
          <a:xfrm flipV="1">
            <a:off x="3197160" y="3701520"/>
            <a:ext cx="950040" cy="360"/>
          </a:xfrm>
          <a:custGeom>
            <a:avLst/>
            <a:gdLst>
              <a:gd name="textAreaLeft" fmla="*/ 0 w 950040"/>
              <a:gd name="textAreaRight" fmla="*/ 951120 w 950040"/>
              <a:gd name="textAreaTop" fmla="*/ -2520 h 360"/>
              <a:gd name="textAreaBottom" fmla="*/ 36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4" name=""/>
          <p:cNvSpPr/>
          <p:nvPr/>
        </p:nvSpPr>
        <p:spPr>
          <a:xfrm>
            <a:off x="3612960" y="3170880"/>
            <a:ext cx="534240" cy="534960"/>
          </a:xfrm>
          <a:custGeom>
            <a:avLst/>
            <a:gdLst>
              <a:gd name="textAreaLeft" fmla="*/ 0 w 534240"/>
              <a:gd name="textAreaRight" fmla="*/ 535320 w 534240"/>
              <a:gd name="textAreaTop" fmla="*/ 0 h 534960"/>
              <a:gd name="textAreaBottom" fmla="*/ 536040 h 534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5" name=""/>
          <p:cNvSpPr/>
          <p:nvPr/>
        </p:nvSpPr>
        <p:spPr>
          <a:xfrm>
            <a:off x="4968360" y="22647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(Δ-Δ)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"/>
          <p:cNvSpPr/>
          <p:nvPr/>
        </p:nvSpPr>
        <p:spPr>
          <a:xfrm>
            <a:off x="3937320" y="234936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"/>
          <p:cNvSpPr/>
          <p:nvPr/>
        </p:nvSpPr>
        <p:spPr>
          <a:xfrm>
            <a:off x="2640960" y="4334760"/>
            <a:ext cx="6595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E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"/>
          <p:cNvSpPr/>
          <p:nvPr/>
        </p:nvSpPr>
        <p:spPr>
          <a:xfrm>
            <a:off x="2854800" y="3986640"/>
            <a:ext cx="32184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"/>
          <p:cNvSpPr/>
          <p:nvPr/>
        </p:nvSpPr>
        <p:spPr>
          <a:xfrm flipV="1">
            <a:off x="7170480" y="2271240"/>
            <a:ext cx="2089800" cy="10886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0" name=""/>
          <p:cNvSpPr/>
          <p:nvPr/>
        </p:nvSpPr>
        <p:spPr>
          <a:xfrm>
            <a:off x="7191360" y="1560240"/>
            <a:ext cx="2438280" cy="2438280"/>
          </a:xfrm>
          <a:custGeom>
            <a:avLst/>
            <a:gdLst>
              <a:gd name="textAreaLeft" fmla="*/ 0 w 2438280"/>
              <a:gd name="textAreaRight" fmla="*/ 2439000 w 2438280"/>
              <a:gd name="textAreaTop" fmla="*/ 0 h 2438280"/>
              <a:gd name="textAreaBottom" fmla="*/ 2439000 h 243828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1" name=""/>
          <p:cNvSpPr/>
          <p:nvPr/>
        </p:nvSpPr>
        <p:spPr>
          <a:xfrm>
            <a:off x="8310600" y="2014560"/>
            <a:ext cx="199440" cy="19908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2" name=""/>
          <p:cNvSpPr/>
          <p:nvPr/>
        </p:nvSpPr>
        <p:spPr>
          <a:xfrm flipV="1">
            <a:off x="8408520" y="2238840"/>
            <a:ext cx="360" cy="40716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3" name=""/>
          <p:cNvSpPr/>
          <p:nvPr/>
        </p:nvSpPr>
        <p:spPr>
          <a:xfrm>
            <a:off x="6629400" y="2601720"/>
            <a:ext cx="737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"/>
          <p:cNvSpPr/>
          <p:nvPr/>
        </p:nvSpPr>
        <p:spPr>
          <a:xfrm>
            <a:off x="8193600" y="4076280"/>
            <a:ext cx="6710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ΔW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"/>
          <p:cNvSpPr/>
          <p:nvPr/>
        </p:nvSpPr>
        <p:spPr>
          <a:xfrm>
            <a:off x="8376840" y="2263680"/>
            <a:ext cx="766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3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"/>
          <p:cNvSpPr/>
          <p:nvPr/>
        </p:nvSpPr>
        <p:spPr>
          <a:xfrm rot="20100000">
            <a:off x="8817480" y="2247480"/>
            <a:ext cx="1040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"/>
          <p:cNvSpPr/>
          <p:nvPr/>
        </p:nvSpPr>
        <p:spPr>
          <a:xfrm>
            <a:off x="8442000" y="3929760"/>
            <a:ext cx="360" cy="1634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8" name=""/>
          <p:cNvSpPr/>
          <p:nvPr/>
        </p:nvSpPr>
        <p:spPr>
          <a:xfrm>
            <a:off x="7110360" y="2761200"/>
            <a:ext cx="1634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9" name=""/>
          <p:cNvSpPr/>
          <p:nvPr/>
        </p:nvSpPr>
        <p:spPr>
          <a:xfrm>
            <a:off x="7631280" y="2527920"/>
            <a:ext cx="199080" cy="1994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0" name=""/>
          <p:cNvSpPr/>
          <p:nvPr/>
        </p:nvSpPr>
        <p:spPr>
          <a:xfrm>
            <a:off x="8688960" y="2816280"/>
            <a:ext cx="199440" cy="1994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1" name=""/>
          <p:cNvSpPr/>
          <p:nvPr/>
        </p:nvSpPr>
        <p:spPr>
          <a:xfrm flipV="1">
            <a:off x="8793720" y="2527200"/>
            <a:ext cx="360" cy="29016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2" name=""/>
          <p:cNvSpPr/>
          <p:nvPr/>
        </p:nvSpPr>
        <p:spPr>
          <a:xfrm flipV="1">
            <a:off x="7736040" y="2719800"/>
            <a:ext cx="360" cy="29016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3" name=""/>
          <p:cNvSpPr/>
          <p:nvPr/>
        </p:nvSpPr>
        <p:spPr>
          <a:xfrm>
            <a:off x="8331120" y="3733200"/>
            <a:ext cx="596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"/>
          <p:cNvSpPr/>
          <p:nvPr/>
        </p:nvSpPr>
        <p:spPr>
          <a:xfrm>
            <a:off x="7209720" y="2643480"/>
            <a:ext cx="59652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PlaceHolder 11"/>
          <p:cNvSpPr/>
          <p:nvPr/>
        </p:nvSpPr>
        <p:spPr>
          <a:xfrm>
            <a:off x="1800" y="252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Dataset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FCE11130-2800-4E0B-B712-C897519322D0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"/>
          <p:cNvSpPr/>
          <p:nvPr/>
        </p:nvSpPr>
        <p:spPr>
          <a:xfrm>
            <a:off x="2057400" y="2463840"/>
            <a:ext cx="24091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 ΔM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–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 ΔW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"/>
          <p:cNvSpPr/>
          <p:nvPr/>
        </p:nvSpPr>
        <p:spPr>
          <a:xfrm>
            <a:off x="361800" y="1613520"/>
            <a:ext cx="52981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Possible correction in extinction: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"/>
          <p:cNvSpPr/>
          <p:nvPr/>
        </p:nvSpPr>
        <p:spPr>
          <a:xfrm>
            <a:off x="675000" y="3535200"/>
            <a:ext cx="46900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What if distance modulus require correction?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"/>
          <p:cNvSpPr/>
          <p:nvPr/>
        </p:nvSpPr>
        <p:spPr>
          <a:xfrm flipV="1">
            <a:off x="7170840" y="2271600"/>
            <a:ext cx="2089800" cy="10886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0" name=""/>
          <p:cNvSpPr/>
          <p:nvPr/>
        </p:nvSpPr>
        <p:spPr>
          <a:xfrm>
            <a:off x="7191720" y="1560600"/>
            <a:ext cx="2438280" cy="2438280"/>
          </a:xfrm>
          <a:custGeom>
            <a:avLst/>
            <a:gdLst>
              <a:gd name="textAreaLeft" fmla="*/ 0 w 2438280"/>
              <a:gd name="textAreaRight" fmla="*/ 2439000 w 2438280"/>
              <a:gd name="textAreaTop" fmla="*/ 0 h 2438280"/>
              <a:gd name="textAreaBottom" fmla="*/ 2439000 h 243828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1" name=""/>
          <p:cNvSpPr/>
          <p:nvPr/>
        </p:nvSpPr>
        <p:spPr>
          <a:xfrm>
            <a:off x="8310960" y="2014920"/>
            <a:ext cx="199440" cy="19908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2" name=""/>
          <p:cNvSpPr/>
          <p:nvPr/>
        </p:nvSpPr>
        <p:spPr>
          <a:xfrm flipV="1">
            <a:off x="8408880" y="2239200"/>
            <a:ext cx="360" cy="40716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3" name=""/>
          <p:cNvSpPr/>
          <p:nvPr/>
        </p:nvSpPr>
        <p:spPr>
          <a:xfrm>
            <a:off x="6629760" y="2602080"/>
            <a:ext cx="737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"/>
          <p:cNvSpPr/>
          <p:nvPr/>
        </p:nvSpPr>
        <p:spPr>
          <a:xfrm>
            <a:off x="8193960" y="4076640"/>
            <a:ext cx="6710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ΔW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"/>
          <p:cNvSpPr/>
          <p:nvPr/>
        </p:nvSpPr>
        <p:spPr>
          <a:xfrm>
            <a:off x="8377200" y="2264040"/>
            <a:ext cx="766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3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"/>
          <p:cNvSpPr/>
          <p:nvPr/>
        </p:nvSpPr>
        <p:spPr>
          <a:xfrm rot="20100000">
            <a:off x="8817840" y="2247840"/>
            <a:ext cx="1040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"/>
          <p:cNvSpPr/>
          <p:nvPr/>
        </p:nvSpPr>
        <p:spPr>
          <a:xfrm>
            <a:off x="8442360" y="3930120"/>
            <a:ext cx="360" cy="1634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8" name=""/>
          <p:cNvSpPr/>
          <p:nvPr/>
        </p:nvSpPr>
        <p:spPr>
          <a:xfrm>
            <a:off x="7110720" y="2761560"/>
            <a:ext cx="1634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9" name=""/>
          <p:cNvSpPr/>
          <p:nvPr/>
        </p:nvSpPr>
        <p:spPr>
          <a:xfrm>
            <a:off x="7631640" y="2528280"/>
            <a:ext cx="199080" cy="1994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0" name=""/>
          <p:cNvSpPr/>
          <p:nvPr/>
        </p:nvSpPr>
        <p:spPr>
          <a:xfrm>
            <a:off x="8689320" y="2816640"/>
            <a:ext cx="199440" cy="1994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1" name=""/>
          <p:cNvSpPr/>
          <p:nvPr/>
        </p:nvSpPr>
        <p:spPr>
          <a:xfrm flipV="1">
            <a:off x="8794080" y="2527560"/>
            <a:ext cx="360" cy="29016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2" name=""/>
          <p:cNvSpPr/>
          <p:nvPr/>
        </p:nvSpPr>
        <p:spPr>
          <a:xfrm flipV="1">
            <a:off x="7736400" y="2720160"/>
            <a:ext cx="360" cy="29016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3" name=""/>
          <p:cNvSpPr/>
          <p:nvPr/>
        </p:nvSpPr>
        <p:spPr>
          <a:xfrm>
            <a:off x="8331480" y="3733560"/>
            <a:ext cx="596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"/>
          <p:cNvSpPr/>
          <p:nvPr/>
        </p:nvSpPr>
        <p:spPr>
          <a:xfrm>
            <a:off x="7210080" y="2643840"/>
            <a:ext cx="59652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26"/>
          <p:cNvSpPr/>
          <p:nvPr/>
        </p:nvSpPr>
        <p:spPr>
          <a:xfrm>
            <a:off x="1800" y="252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Dataset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CAEE7416-31C6-4C49-B178-7C248BED02C9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"/>
          <p:cNvSpPr/>
          <p:nvPr/>
        </p:nvSpPr>
        <p:spPr>
          <a:xfrm flipV="1">
            <a:off x="7647840" y="2025720"/>
            <a:ext cx="1658520" cy="234828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7" name=""/>
          <p:cNvSpPr/>
          <p:nvPr/>
        </p:nvSpPr>
        <p:spPr>
          <a:xfrm flipV="1">
            <a:off x="7376040" y="2304360"/>
            <a:ext cx="1951920" cy="202860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8" name=""/>
          <p:cNvSpPr/>
          <p:nvPr/>
        </p:nvSpPr>
        <p:spPr>
          <a:xfrm flipV="1">
            <a:off x="7376040" y="2505240"/>
            <a:ext cx="1929960" cy="156240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9" name=""/>
          <p:cNvSpPr/>
          <p:nvPr/>
        </p:nvSpPr>
        <p:spPr>
          <a:xfrm flipV="1">
            <a:off x="7309800" y="2605680"/>
            <a:ext cx="2003400" cy="12884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0" name=""/>
          <p:cNvSpPr/>
          <p:nvPr/>
        </p:nvSpPr>
        <p:spPr>
          <a:xfrm flipV="1">
            <a:off x="7499520" y="2220480"/>
            <a:ext cx="1806840" cy="212940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1" name=""/>
          <p:cNvSpPr/>
          <p:nvPr/>
        </p:nvSpPr>
        <p:spPr>
          <a:xfrm flipV="1">
            <a:off x="7309800" y="2706120"/>
            <a:ext cx="2018160" cy="10418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2" name=""/>
          <p:cNvSpPr/>
          <p:nvPr/>
        </p:nvSpPr>
        <p:spPr>
          <a:xfrm>
            <a:off x="7313040" y="1559880"/>
            <a:ext cx="2182320" cy="2879280"/>
          </a:xfrm>
          <a:custGeom>
            <a:avLst/>
            <a:gdLst>
              <a:gd name="textAreaLeft" fmla="*/ 0 w 2182320"/>
              <a:gd name="textAreaRight" fmla="*/ 2183400 w 2182320"/>
              <a:gd name="textAreaTop" fmla="*/ 0 h 2879280"/>
              <a:gd name="textAreaBottom" fmla="*/ 2880360 h 287928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3" name=""/>
          <p:cNvSpPr/>
          <p:nvPr/>
        </p:nvSpPr>
        <p:spPr>
          <a:xfrm>
            <a:off x="7255800" y="3118320"/>
            <a:ext cx="1576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4" name=""/>
          <p:cNvSpPr/>
          <p:nvPr/>
        </p:nvSpPr>
        <p:spPr>
          <a:xfrm>
            <a:off x="8541720" y="4342680"/>
            <a:ext cx="360" cy="156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5" name=""/>
          <p:cNvSpPr/>
          <p:nvPr/>
        </p:nvSpPr>
        <p:spPr>
          <a:xfrm>
            <a:off x="7361280" y="2899440"/>
            <a:ext cx="76320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ΔM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"/>
          <p:cNvSpPr/>
          <p:nvPr/>
        </p:nvSpPr>
        <p:spPr>
          <a:xfrm>
            <a:off x="8267400" y="3858120"/>
            <a:ext cx="112392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"/>
          <p:cNvSpPr/>
          <p:nvPr/>
        </p:nvSpPr>
        <p:spPr>
          <a:xfrm>
            <a:off x="9256680" y="1810800"/>
            <a:ext cx="2458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"/>
          <p:cNvSpPr/>
          <p:nvPr/>
        </p:nvSpPr>
        <p:spPr>
          <a:xfrm>
            <a:off x="9256680" y="2025360"/>
            <a:ext cx="2458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V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"/>
          <p:cNvSpPr/>
          <p:nvPr/>
        </p:nvSpPr>
        <p:spPr>
          <a:xfrm>
            <a:off x="9334800" y="2200320"/>
            <a:ext cx="188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"/>
          <p:cNvSpPr/>
          <p:nvPr/>
        </p:nvSpPr>
        <p:spPr>
          <a:xfrm>
            <a:off x="9304920" y="2361960"/>
            <a:ext cx="222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J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"/>
          <p:cNvSpPr/>
          <p:nvPr/>
        </p:nvSpPr>
        <p:spPr>
          <a:xfrm>
            <a:off x="9257400" y="2542680"/>
            <a:ext cx="2534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"/>
          <p:cNvSpPr/>
          <p:nvPr/>
        </p:nvSpPr>
        <p:spPr>
          <a:xfrm>
            <a:off x="9257400" y="2723760"/>
            <a:ext cx="245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27"/>
          <p:cNvSpPr/>
          <p:nvPr/>
        </p:nvSpPr>
        <p:spPr>
          <a:xfrm>
            <a:off x="1800" y="252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Research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Dataset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</a:t>
            </a:r>
            <a:r>
              <a:rPr b="0" lang="en-US" sz="18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F809FD3D-F4B8-4B0E-9163-6C9155560ED0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"/>
          <p:cNvSpPr/>
          <p:nvPr/>
        </p:nvSpPr>
        <p:spPr>
          <a:xfrm>
            <a:off x="78480" y="3369600"/>
            <a:ext cx="3545640" cy="1632240"/>
          </a:xfrm>
          <a:prstGeom prst="rect">
            <a:avLst/>
          </a:prstGeom>
          <a:solidFill>
            <a:srgbClr val="f7d1d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25" name=""/>
          <p:cNvSpPr/>
          <p:nvPr/>
        </p:nvSpPr>
        <p:spPr>
          <a:xfrm>
            <a:off x="6767280" y="493200"/>
            <a:ext cx="3310920" cy="2354040"/>
          </a:xfrm>
          <a:custGeom>
            <a:avLst/>
            <a:gdLst>
              <a:gd name="textAreaLeft" fmla="*/ 0 w 3310920"/>
              <a:gd name="textAreaRight" fmla="*/ 3311640 w 3310920"/>
              <a:gd name="textAreaTop" fmla="*/ 0 h 2354040"/>
              <a:gd name="textAreaBottom" fmla="*/ 2354760 h 2354040"/>
            </a:gdLst>
            <a:ahLst/>
            <a:cxnLst/>
            <a:rect l="textAreaLeft" t="textAreaTop" r="textAreaRight" b="textAreaBottom"/>
            <a:pathLst>
              <a:path w="30362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6762" y="21600"/>
                </a:lnTo>
                <a:arcTo wR="5162" hR="3600" stAng="5400000" swAng="5400000"/>
                <a:lnTo>
                  <a:pt x="21600" y="3600"/>
                </a:lnTo>
                <a:arcTo wR="5162" hR="3600" stAng="10800000" swAng="5400000"/>
                <a:close/>
              </a:path>
            </a:pathLst>
          </a:custGeom>
          <a:solidFill>
            <a:srgbClr val="81ac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26" name=""/>
          <p:cNvSpPr/>
          <p:nvPr/>
        </p:nvSpPr>
        <p:spPr>
          <a:xfrm>
            <a:off x="3304080" y="1371600"/>
            <a:ext cx="3177360" cy="3196440"/>
          </a:xfrm>
          <a:custGeom>
            <a:avLst/>
            <a:gdLst>
              <a:gd name="textAreaLeft" fmla="*/ 0 w 3177360"/>
              <a:gd name="textAreaRight" fmla="*/ 3178440 w 3177360"/>
              <a:gd name="textAreaTop" fmla="*/ 0 h 3196440"/>
              <a:gd name="textAreaBottom" fmla="*/ 3197520 h 3196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27" name=""/>
          <p:cNvSpPr/>
          <p:nvPr/>
        </p:nvSpPr>
        <p:spPr>
          <a:xfrm>
            <a:off x="829800" y="1222200"/>
            <a:ext cx="2446920" cy="1488240"/>
          </a:xfrm>
          <a:prstGeom prst="rect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28" name=""/>
          <p:cNvSpPr/>
          <p:nvPr/>
        </p:nvSpPr>
        <p:spPr>
          <a:xfrm>
            <a:off x="3612600" y="2714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logP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"/>
          <p:cNvSpPr/>
          <p:nvPr/>
        </p:nvSpPr>
        <p:spPr>
          <a:xfrm>
            <a:off x="878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"/>
          <p:cNvSpPr/>
          <p:nvPr/>
        </p:nvSpPr>
        <p:spPr>
          <a:xfrm>
            <a:off x="2282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"/>
          <p:cNvSpPr/>
          <p:nvPr/>
        </p:nvSpPr>
        <p:spPr>
          <a:xfrm flipV="1">
            <a:off x="1335240" y="249660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32" name=""/>
          <p:cNvSpPr/>
          <p:nvPr/>
        </p:nvSpPr>
        <p:spPr>
          <a:xfrm flipV="1">
            <a:off x="2742840" y="249660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33" name=""/>
          <p:cNvSpPr/>
          <p:nvPr/>
        </p:nvSpPr>
        <p:spPr>
          <a:xfrm>
            <a:off x="1560600" y="1346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"/>
          <p:cNvSpPr/>
          <p:nvPr/>
        </p:nvSpPr>
        <p:spPr>
          <a:xfrm flipH="1">
            <a:off x="1293120" y="1539000"/>
            <a:ext cx="256680" cy="537480"/>
          </a:xfrm>
          <a:custGeom>
            <a:avLst/>
            <a:gdLst>
              <a:gd name="textAreaLeft" fmla="*/ -720 w 256680"/>
              <a:gd name="textAreaRight" fmla="*/ 257040 w 2566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35" name=""/>
          <p:cNvSpPr/>
          <p:nvPr/>
        </p:nvSpPr>
        <p:spPr>
          <a:xfrm>
            <a:off x="2475000" y="1503000"/>
            <a:ext cx="224280" cy="537480"/>
          </a:xfrm>
          <a:custGeom>
            <a:avLst/>
            <a:gdLst>
              <a:gd name="textAreaLeft" fmla="*/ 0 w 224280"/>
              <a:gd name="textAreaRight" fmla="*/ 225360 w 2242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36" name=""/>
          <p:cNvSpPr/>
          <p:nvPr/>
        </p:nvSpPr>
        <p:spPr>
          <a:xfrm>
            <a:off x="4150800" y="3051000"/>
            <a:ext cx="1451520" cy="1402920"/>
          </a:xfrm>
          <a:custGeom>
            <a:avLst/>
            <a:gdLst>
              <a:gd name="textAreaLeft" fmla="*/ 0 w 1451520"/>
              <a:gd name="textAreaRight" fmla="*/ 1452600 w 1451520"/>
              <a:gd name="textAreaTop" fmla="*/ 0 h 1402920"/>
              <a:gd name="textAreaBottom" fmla="*/ 1404000 h 1402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PL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"/>
          <p:cNvSpPr/>
          <p:nvPr/>
        </p:nvSpPr>
        <p:spPr>
          <a:xfrm>
            <a:off x="4187160" y="14925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PW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"/>
          <p:cNvSpPr/>
          <p:nvPr/>
        </p:nvSpPr>
        <p:spPr>
          <a:xfrm flipV="1">
            <a:off x="3196800" y="2236320"/>
            <a:ext cx="913680" cy="26280"/>
          </a:xfrm>
          <a:custGeom>
            <a:avLst/>
            <a:gdLst>
              <a:gd name="textAreaLeft" fmla="*/ 0 w 913680"/>
              <a:gd name="textAreaRight" fmla="*/ 914760 w 913680"/>
              <a:gd name="textAreaTop" fmla="*/ -72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39" name=""/>
          <p:cNvSpPr/>
          <p:nvPr/>
        </p:nvSpPr>
        <p:spPr>
          <a:xfrm flipV="1">
            <a:off x="3612600" y="2237760"/>
            <a:ext cx="497880" cy="496800"/>
          </a:xfrm>
          <a:custGeom>
            <a:avLst/>
            <a:gdLst>
              <a:gd name="textAreaLeft" fmla="*/ 0 w 497880"/>
              <a:gd name="textAreaRight" fmla="*/ 498960 w 497880"/>
              <a:gd name="textAreaTop" fmla="*/ 720 h 496800"/>
              <a:gd name="textAreaBottom" fmla="*/ 498600 h 496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0" name=""/>
          <p:cNvSpPr/>
          <p:nvPr/>
        </p:nvSpPr>
        <p:spPr>
          <a:xfrm flipV="1">
            <a:off x="3196800" y="3701520"/>
            <a:ext cx="950040" cy="360"/>
          </a:xfrm>
          <a:custGeom>
            <a:avLst/>
            <a:gdLst>
              <a:gd name="textAreaLeft" fmla="*/ 0 w 950040"/>
              <a:gd name="textAreaRight" fmla="*/ 951120 w 950040"/>
              <a:gd name="textAreaTop" fmla="*/ -2520 h 360"/>
              <a:gd name="textAreaBottom" fmla="*/ 36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1" name=""/>
          <p:cNvSpPr/>
          <p:nvPr/>
        </p:nvSpPr>
        <p:spPr>
          <a:xfrm>
            <a:off x="3612600" y="3170880"/>
            <a:ext cx="534240" cy="534960"/>
          </a:xfrm>
          <a:custGeom>
            <a:avLst/>
            <a:gdLst>
              <a:gd name="textAreaLeft" fmla="*/ 0 w 534240"/>
              <a:gd name="textAreaRight" fmla="*/ 535320 w 534240"/>
              <a:gd name="textAreaTop" fmla="*/ 0 h 534960"/>
              <a:gd name="textAreaBottom" fmla="*/ 536040 h 534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2" name=""/>
          <p:cNvSpPr/>
          <p:nvPr/>
        </p:nvSpPr>
        <p:spPr>
          <a:xfrm>
            <a:off x="4968000" y="22647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(Δ-Δ)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"/>
          <p:cNvSpPr/>
          <p:nvPr/>
        </p:nvSpPr>
        <p:spPr>
          <a:xfrm>
            <a:off x="1792800" y="227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4" name=""/>
          <p:cNvSpPr/>
          <p:nvPr/>
        </p:nvSpPr>
        <p:spPr>
          <a:xfrm flipV="1">
            <a:off x="8608320" y="1096560"/>
            <a:ext cx="1104120" cy="152460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5" name=""/>
          <p:cNvSpPr/>
          <p:nvPr/>
        </p:nvSpPr>
        <p:spPr>
          <a:xfrm flipV="1">
            <a:off x="8427240" y="1277280"/>
            <a:ext cx="1299600" cy="131724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6" name=""/>
          <p:cNvSpPr/>
          <p:nvPr/>
        </p:nvSpPr>
        <p:spPr>
          <a:xfrm flipV="1">
            <a:off x="8427240" y="1407600"/>
            <a:ext cx="1285200" cy="101484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7" name=""/>
          <p:cNvSpPr/>
          <p:nvPr/>
        </p:nvSpPr>
        <p:spPr>
          <a:xfrm flipV="1">
            <a:off x="8383320" y="1473120"/>
            <a:ext cx="1333440" cy="8366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8" name=""/>
          <p:cNvSpPr/>
          <p:nvPr/>
        </p:nvSpPr>
        <p:spPr>
          <a:xfrm flipV="1">
            <a:off x="8510040" y="1222920"/>
            <a:ext cx="1202400" cy="138276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9" name=""/>
          <p:cNvSpPr/>
          <p:nvPr/>
        </p:nvSpPr>
        <p:spPr>
          <a:xfrm flipV="1">
            <a:off x="8383320" y="1538280"/>
            <a:ext cx="1343520" cy="6764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0" name=""/>
          <p:cNvSpPr/>
          <p:nvPr/>
        </p:nvSpPr>
        <p:spPr>
          <a:xfrm>
            <a:off x="8385480" y="794160"/>
            <a:ext cx="1451880" cy="1868400"/>
          </a:xfrm>
          <a:custGeom>
            <a:avLst/>
            <a:gdLst>
              <a:gd name="textAreaLeft" fmla="*/ 0 w 1451880"/>
              <a:gd name="textAreaRight" fmla="*/ 1452600 w 1451880"/>
              <a:gd name="textAreaTop" fmla="*/ 0 h 1868400"/>
              <a:gd name="textAreaBottom" fmla="*/ 1869120 h 186840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1" name=""/>
          <p:cNvSpPr/>
          <p:nvPr/>
        </p:nvSpPr>
        <p:spPr>
          <a:xfrm>
            <a:off x="8347320" y="1806120"/>
            <a:ext cx="10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2" name=""/>
          <p:cNvSpPr/>
          <p:nvPr/>
        </p:nvSpPr>
        <p:spPr>
          <a:xfrm>
            <a:off x="9203400" y="2601000"/>
            <a:ext cx="360" cy="1015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3" name=""/>
          <p:cNvSpPr/>
          <p:nvPr/>
        </p:nvSpPr>
        <p:spPr>
          <a:xfrm>
            <a:off x="8417520" y="1629360"/>
            <a:ext cx="5068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ΔM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"/>
          <p:cNvSpPr/>
          <p:nvPr/>
        </p:nvSpPr>
        <p:spPr>
          <a:xfrm>
            <a:off x="9020880" y="2320920"/>
            <a:ext cx="747000" cy="4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"/>
          <p:cNvSpPr/>
          <p:nvPr/>
        </p:nvSpPr>
        <p:spPr>
          <a:xfrm>
            <a:off x="10719000" y="2093400"/>
            <a:ext cx="360" cy="1324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6" name=""/>
          <p:cNvSpPr/>
          <p:nvPr/>
        </p:nvSpPr>
        <p:spPr>
          <a:xfrm>
            <a:off x="9679680" y="956880"/>
            <a:ext cx="162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"/>
          <p:cNvSpPr/>
          <p:nvPr/>
        </p:nvSpPr>
        <p:spPr>
          <a:xfrm>
            <a:off x="9679680" y="1096200"/>
            <a:ext cx="1623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V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"/>
          <p:cNvSpPr/>
          <p:nvPr/>
        </p:nvSpPr>
        <p:spPr>
          <a:xfrm>
            <a:off x="9731520" y="1209960"/>
            <a:ext cx="124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"/>
          <p:cNvSpPr/>
          <p:nvPr/>
        </p:nvSpPr>
        <p:spPr>
          <a:xfrm>
            <a:off x="9711720" y="1314720"/>
            <a:ext cx="146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J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"/>
          <p:cNvSpPr/>
          <p:nvPr/>
        </p:nvSpPr>
        <p:spPr>
          <a:xfrm>
            <a:off x="9680040" y="1432080"/>
            <a:ext cx="167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440" bIns="8244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"/>
          <p:cNvSpPr/>
          <p:nvPr/>
        </p:nvSpPr>
        <p:spPr>
          <a:xfrm>
            <a:off x="9680040" y="1549800"/>
            <a:ext cx="162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"/>
          <p:cNvSpPr/>
          <p:nvPr/>
        </p:nvSpPr>
        <p:spPr>
          <a:xfrm flipV="1">
            <a:off x="6875280" y="1514520"/>
            <a:ext cx="1345320" cy="70092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3" name=""/>
          <p:cNvSpPr/>
          <p:nvPr/>
        </p:nvSpPr>
        <p:spPr>
          <a:xfrm>
            <a:off x="6883200" y="794160"/>
            <a:ext cx="1417320" cy="1856160"/>
          </a:xfrm>
          <a:custGeom>
            <a:avLst/>
            <a:gdLst>
              <a:gd name="textAreaLeft" fmla="*/ 0 w 1417320"/>
              <a:gd name="textAreaRight" fmla="*/ 1418040 w 1417320"/>
              <a:gd name="textAreaTop" fmla="*/ 0 h 1856160"/>
              <a:gd name="textAreaBottom" fmla="*/ 1856880 h 18561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4" name=""/>
          <p:cNvSpPr/>
          <p:nvPr/>
        </p:nvSpPr>
        <p:spPr>
          <a:xfrm>
            <a:off x="7608960" y="1349280"/>
            <a:ext cx="127080" cy="1267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5" name=""/>
          <p:cNvSpPr/>
          <p:nvPr/>
        </p:nvSpPr>
        <p:spPr>
          <a:xfrm flipV="1">
            <a:off x="7671960" y="1493640"/>
            <a:ext cx="360" cy="2620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6" name=""/>
          <p:cNvSpPr/>
          <p:nvPr/>
        </p:nvSpPr>
        <p:spPr>
          <a:xfrm>
            <a:off x="6890760" y="1684080"/>
            <a:ext cx="49392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"/>
          <p:cNvSpPr/>
          <p:nvPr/>
        </p:nvSpPr>
        <p:spPr>
          <a:xfrm>
            <a:off x="7458120" y="2344320"/>
            <a:ext cx="6703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"/>
          <p:cNvSpPr/>
          <p:nvPr/>
        </p:nvSpPr>
        <p:spPr>
          <a:xfrm>
            <a:off x="7651440" y="1436400"/>
            <a:ext cx="56520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δA</a:t>
            </a:r>
            <a:r>
              <a:rPr b="0" lang="en-US" sz="105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"/>
          <p:cNvSpPr/>
          <p:nvPr/>
        </p:nvSpPr>
        <p:spPr>
          <a:xfrm rot="20099400">
            <a:off x="7692120" y="1583640"/>
            <a:ext cx="7113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t">
            <a:noAutofit/>
          </a:bodyPr>
          <a:p>
            <a:pPr>
              <a:lnSpc>
                <a:spcPct val="100000"/>
              </a:lnSpc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Slope = α</a:t>
            </a:r>
            <a:r>
              <a:rPr b="0" lang="en-US" sz="9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"/>
          <p:cNvSpPr/>
          <p:nvPr/>
        </p:nvSpPr>
        <p:spPr>
          <a:xfrm>
            <a:off x="7659000" y="2616840"/>
            <a:ext cx="360" cy="1051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1" name=""/>
          <p:cNvSpPr/>
          <p:nvPr/>
        </p:nvSpPr>
        <p:spPr>
          <a:xfrm>
            <a:off x="6836400" y="1830240"/>
            <a:ext cx="10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2" name=""/>
          <p:cNvSpPr/>
          <p:nvPr/>
        </p:nvSpPr>
        <p:spPr>
          <a:xfrm>
            <a:off x="228600" y="4334400"/>
            <a:ext cx="753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"/>
          <p:cNvSpPr/>
          <p:nvPr/>
        </p:nvSpPr>
        <p:spPr>
          <a:xfrm>
            <a:off x="878400" y="348480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"/>
          <p:cNvSpPr/>
          <p:nvPr/>
        </p:nvSpPr>
        <p:spPr>
          <a:xfrm flipV="1">
            <a:off x="577800" y="3935520"/>
            <a:ext cx="753840" cy="378360"/>
          </a:xfrm>
          <a:custGeom>
            <a:avLst/>
            <a:gdLst>
              <a:gd name="textAreaLeft" fmla="*/ 0 w 753840"/>
              <a:gd name="textAreaRight" fmla="*/ 754920 w 75384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5" name=""/>
          <p:cNvSpPr/>
          <p:nvPr/>
        </p:nvSpPr>
        <p:spPr>
          <a:xfrm>
            <a:off x="1524600" y="4334400"/>
            <a:ext cx="636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"/>
          <p:cNvSpPr/>
          <p:nvPr/>
        </p:nvSpPr>
        <p:spPr>
          <a:xfrm flipH="1" flipV="1">
            <a:off x="1365840" y="3935520"/>
            <a:ext cx="497160" cy="378360"/>
          </a:xfrm>
          <a:custGeom>
            <a:avLst/>
            <a:gdLst>
              <a:gd name="textAreaLeft" fmla="*/ -720 w 497160"/>
              <a:gd name="textAreaRight" fmla="*/ 497520 w 4971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7" name=""/>
          <p:cNvSpPr/>
          <p:nvPr/>
        </p:nvSpPr>
        <p:spPr>
          <a:xfrm>
            <a:off x="2282400" y="348480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"/>
          <p:cNvSpPr/>
          <p:nvPr/>
        </p:nvSpPr>
        <p:spPr>
          <a:xfrm flipH="1" flipV="1">
            <a:off x="2737440" y="3935520"/>
            <a:ext cx="241560" cy="378360"/>
          </a:xfrm>
          <a:custGeom>
            <a:avLst/>
            <a:gdLst>
              <a:gd name="textAreaLeft" fmla="*/ -720 w 241560"/>
              <a:gd name="textAreaRight" fmla="*/ 241920 w 2415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9" name=""/>
          <p:cNvSpPr/>
          <p:nvPr/>
        </p:nvSpPr>
        <p:spPr>
          <a:xfrm>
            <a:off x="1792800" y="371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80" name=""/>
          <p:cNvSpPr/>
          <p:nvPr/>
        </p:nvSpPr>
        <p:spPr>
          <a:xfrm>
            <a:off x="228600" y="3429000"/>
            <a:ext cx="456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"/>
          <p:cNvSpPr/>
          <p:nvPr/>
        </p:nvSpPr>
        <p:spPr>
          <a:xfrm>
            <a:off x="948600" y="130500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"/>
          <p:cNvSpPr/>
          <p:nvPr/>
        </p:nvSpPr>
        <p:spPr>
          <a:xfrm>
            <a:off x="3936960" y="234936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"/>
          <p:cNvSpPr/>
          <p:nvPr/>
        </p:nvSpPr>
        <p:spPr>
          <a:xfrm>
            <a:off x="7086240" y="537120"/>
            <a:ext cx="4024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"/>
          <p:cNvSpPr/>
          <p:nvPr/>
        </p:nvSpPr>
        <p:spPr>
          <a:xfrm>
            <a:off x="2640960" y="4334760"/>
            <a:ext cx="6595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E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"/>
          <p:cNvSpPr/>
          <p:nvPr/>
        </p:nvSpPr>
        <p:spPr>
          <a:xfrm>
            <a:off x="2854800" y="3986640"/>
            <a:ext cx="32184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"/>
          <p:cNvSpPr/>
          <p:nvPr/>
        </p:nvSpPr>
        <p:spPr>
          <a:xfrm rot="16200000">
            <a:off x="5734440" y="1325160"/>
            <a:ext cx="1823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From all Cepheids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PlaceHolder 8"/>
          <p:cNvSpPr/>
          <p:nvPr/>
        </p:nvSpPr>
        <p:spPr>
          <a:xfrm>
            <a:off x="1080" y="180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38D86538-55A7-4ED6-922C-CF8DD20647BA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"/>
          <p:cNvSpPr/>
          <p:nvPr/>
        </p:nvSpPr>
        <p:spPr>
          <a:xfrm flipV="1">
            <a:off x="6839280" y="2358360"/>
            <a:ext cx="2347200" cy="12225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89" name=""/>
          <p:cNvSpPr/>
          <p:nvPr/>
        </p:nvSpPr>
        <p:spPr>
          <a:xfrm>
            <a:off x="6862680" y="1559880"/>
            <a:ext cx="2738520" cy="2738520"/>
          </a:xfrm>
          <a:custGeom>
            <a:avLst/>
            <a:gdLst>
              <a:gd name="textAreaLeft" fmla="*/ 0 w 2738520"/>
              <a:gd name="textAreaRight" fmla="*/ 2739600 w 2738520"/>
              <a:gd name="textAreaTop" fmla="*/ 0 h 2738520"/>
              <a:gd name="textAreaBottom" fmla="*/ 2739600 h 273852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90" name=""/>
          <p:cNvSpPr/>
          <p:nvPr/>
        </p:nvSpPr>
        <p:spPr>
          <a:xfrm>
            <a:off x="8119800" y="2070000"/>
            <a:ext cx="223920" cy="22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91" name=""/>
          <p:cNvSpPr/>
          <p:nvPr/>
        </p:nvSpPr>
        <p:spPr>
          <a:xfrm flipV="1">
            <a:off x="6839280" y="914400"/>
            <a:ext cx="2990520" cy="2392200"/>
          </a:xfrm>
          <a:prstGeom prst="line">
            <a:avLst/>
          </a:prstGeom>
          <a:ln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92" name=""/>
          <p:cNvSpPr/>
          <p:nvPr/>
        </p:nvSpPr>
        <p:spPr>
          <a:xfrm rot="19200000">
            <a:off x="9149040" y="1153080"/>
            <a:ext cx="82692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"/>
          <p:cNvSpPr/>
          <p:nvPr/>
        </p:nvSpPr>
        <p:spPr>
          <a:xfrm>
            <a:off x="7121520" y="4399920"/>
            <a:ext cx="2298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Deviation from PW relation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"/>
          <p:cNvSpPr/>
          <p:nvPr/>
        </p:nvSpPr>
        <p:spPr>
          <a:xfrm rot="16200000">
            <a:off x="5496840" y="2886480"/>
            <a:ext cx="22244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Deviation from PL relation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"/>
          <p:cNvSpPr/>
          <p:nvPr/>
        </p:nvSpPr>
        <p:spPr>
          <a:xfrm>
            <a:off x="313200" y="1284840"/>
            <a:ext cx="53287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Let there is δμ correction required in modulus, then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"/>
          <p:cNvSpPr/>
          <p:nvPr/>
        </p:nvSpPr>
        <p:spPr>
          <a:xfrm>
            <a:off x="1035000" y="2531880"/>
            <a:ext cx="29710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= M + R</a:t>
            </a:r>
            <a:r>
              <a:rPr b="0" lang="en-US" sz="16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(B - V) + µ + δμ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"/>
          <p:cNvSpPr/>
          <p:nvPr/>
        </p:nvSpPr>
        <p:spPr>
          <a:xfrm>
            <a:off x="1054080" y="1940400"/>
            <a:ext cx="278316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 = M</a:t>
            </a:r>
            <a:r>
              <a:rPr b="0" lang="en-US" sz="16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+ µ + δμ + A</a:t>
            </a:r>
            <a:r>
              <a:rPr b="0" lang="en-US" sz="16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 +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6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"/>
          <p:cNvSpPr/>
          <p:nvPr/>
        </p:nvSpPr>
        <p:spPr>
          <a:xfrm>
            <a:off x="367920" y="4581000"/>
            <a:ext cx="67978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Implies, star will shift in the line of slope 1 for modulus adjustment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"/>
          <p:cNvSpPr/>
          <p:nvPr/>
        </p:nvSpPr>
        <p:spPr>
          <a:xfrm>
            <a:off x="7579800" y="2502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0" name=""/>
          <p:cNvSpPr/>
          <p:nvPr/>
        </p:nvSpPr>
        <p:spPr>
          <a:xfrm>
            <a:off x="8515800" y="1746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1" name=""/>
          <p:cNvSpPr/>
          <p:nvPr/>
        </p:nvSpPr>
        <p:spPr>
          <a:xfrm>
            <a:off x="8911800" y="1458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2" name=""/>
          <p:cNvSpPr/>
          <p:nvPr/>
        </p:nvSpPr>
        <p:spPr>
          <a:xfrm>
            <a:off x="7183800" y="2826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3" name=""/>
          <p:cNvSpPr/>
          <p:nvPr/>
        </p:nvSpPr>
        <p:spPr>
          <a:xfrm>
            <a:off x="7754400" y="4080240"/>
            <a:ext cx="511200" cy="3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4" name=""/>
          <p:cNvSpPr/>
          <p:nvPr/>
        </p:nvSpPr>
        <p:spPr>
          <a:xfrm>
            <a:off x="8330400" y="4080240"/>
            <a:ext cx="511200" cy="3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5" name=""/>
          <p:cNvSpPr/>
          <p:nvPr/>
        </p:nvSpPr>
        <p:spPr>
          <a:xfrm>
            <a:off x="7338600" y="4188240"/>
            <a:ext cx="914400" cy="3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6" name=""/>
          <p:cNvSpPr/>
          <p:nvPr/>
        </p:nvSpPr>
        <p:spPr>
          <a:xfrm>
            <a:off x="8310600" y="3936240"/>
            <a:ext cx="797400" cy="3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7" name=""/>
          <p:cNvSpPr/>
          <p:nvPr/>
        </p:nvSpPr>
        <p:spPr>
          <a:xfrm>
            <a:off x="6937920" y="400680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"/>
          <p:cNvSpPr/>
          <p:nvPr/>
        </p:nvSpPr>
        <p:spPr>
          <a:xfrm>
            <a:off x="7549920" y="379116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"/>
          <p:cNvSpPr/>
          <p:nvPr/>
        </p:nvSpPr>
        <p:spPr>
          <a:xfrm>
            <a:off x="8773920" y="397152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"/>
          <p:cNvSpPr/>
          <p:nvPr/>
        </p:nvSpPr>
        <p:spPr>
          <a:xfrm>
            <a:off x="8917920" y="364788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"/>
          <p:cNvSpPr/>
          <p:nvPr/>
        </p:nvSpPr>
        <p:spPr>
          <a:xfrm>
            <a:off x="385200" y="3474000"/>
            <a:ext cx="59389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Apparent mag is sensitive to reddening and modulus, however, Wesenheit mag is sensitive to modulus only.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"/>
          <p:cNvSpPr/>
          <p:nvPr/>
        </p:nvSpPr>
        <p:spPr>
          <a:xfrm>
            <a:off x="8267400" y="422100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3" name=""/>
          <p:cNvSpPr/>
          <p:nvPr/>
        </p:nvSpPr>
        <p:spPr>
          <a:xfrm>
            <a:off x="6771600" y="290880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4" name=""/>
          <p:cNvSpPr/>
          <p:nvPr/>
        </p:nvSpPr>
        <p:spPr>
          <a:xfrm rot="20100000">
            <a:off x="8993520" y="2172240"/>
            <a:ext cx="12654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α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"/>
          <p:cNvSpPr/>
          <p:nvPr/>
        </p:nvSpPr>
        <p:spPr>
          <a:xfrm flipV="1">
            <a:off x="7171920" y="2106720"/>
            <a:ext cx="926280" cy="7200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6" name=""/>
          <p:cNvSpPr/>
          <p:nvPr/>
        </p:nvSpPr>
        <p:spPr>
          <a:xfrm flipV="1">
            <a:off x="8170200" y="1465560"/>
            <a:ext cx="758880" cy="6051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7" name=""/>
          <p:cNvSpPr/>
          <p:nvPr/>
        </p:nvSpPr>
        <p:spPr>
          <a:xfrm>
            <a:off x="7094520" y="2351520"/>
            <a:ext cx="48384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"/>
          <p:cNvSpPr/>
          <p:nvPr/>
        </p:nvSpPr>
        <p:spPr>
          <a:xfrm>
            <a:off x="7528320" y="191988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"/>
          <p:cNvSpPr/>
          <p:nvPr/>
        </p:nvSpPr>
        <p:spPr>
          <a:xfrm>
            <a:off x="8032320" y="148824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"/>
          <p:cNvSpPr/>
          <p:nvPr/>
        </p:nvSpPr>
        <p:spPr>
          <a:xfrm>
            <a:off x="8680320" y="120060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"/>
          <p:cNvSpPr/>
          <p:nvPr/>
        </p:nvSpPr>
        <p:spPr>
          <a:xfrm flipV="1">
            <a:off x="8128080" y="1544400"/>
            <a:ext cx="459720" cy="3855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2" name=""/>
          <p:cNvSpPr/>
          <p:nvPr/>
        </p:nvSpPr>
        <p:spPr>
          <a:xfrm flipV="1">
            <a:off x="7588440" y="1976400"/>
            <a:ext cx="459720" cy="3855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3" name=""/>
          <p:cNvSpPr/>
          <p:nvPr/>
        </p:nvSpPr>
        <p:spPr>
          <a:xfrm flipV="1">
            <a:off x="8265960" y="2322000"/>
            <a:ext cx="360" cy="45720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4" name=""/>
          <p:cNvSpPr/>
          <p:nvPr/>
        </p:nvSpPr>
        <p:spPr>
          <a:xfrm flipV="1">
            <a:off x="7689960" y="2754720"/>
            <a:ext cx="360" cy="2764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5" name=""/>
          <p:cNvSpPr/>
          <p:nvPr/>
        </p:nvSpPr>
        <p:spPr>
          <a:xfrm flipV="1">
            <a:off x="7293960" y="3078720"/>
            <a:ext cx="360" cy="2638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6" name=""/>
          <p:cNvSpPr/>
          <p:nvPr/>
        </p:nvSpPr>
        <p:spPr>
          <a:xfrm flipV="1">
            <a:off x="8662320" y="1971360"/>
            <a:ext cx="24480" cy="59184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7" name=""/>
          <p:cNvSpPr/>
          <p:nvPr/>
        </p:nvSpPr>
        <p:spPr>
          <a:xfrm flipV="1">
            <a:off x="9022320" y="1719360"/>
            <a:ext cx="24480" cy="66384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8" name="PlaceHolder 14"/>
          <p:cNvSpPr/>
          <p:nvPr/>
        </p:nvSpPr>
        <p:spPr>
          <a:xfrm>
            <a:off x="1440" y="216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DC4762F9-7877-4AC8-BAFA-37C001D0FDB3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"/>
          <p:cNvSpPr/>
          <p:nvPr/>
        </p:nvSpPr>
        <p:spPr>
          <a:xfrm flipV="1">
            <a:off x="467280" y="2358360"/>
            <a:ext cx="2347200" cy="12225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0" name=""/>
          <p:cNvSpPr/>
          <p:nvPr/>
        </p:nvSpPr>
        <p:spPr>
          <a:xfrm>
            <a:off x="490680" y="1559880"/>
            <a:ext cx="2738520" cy="2738520"/>
          </a:xfrm>
          <a:custGeom>
            <a:avLst/>
            <a:gdLst>
              <a:gd name="textAreaLeft" fmla="*/ 0 w 2738520"/>
              <a:gd name="textAreaRight" fmla="*/ 2739600 w 2738520"/>
              <a:gd name="textAreaTop" fmla="*/ 0 h 2738520"/>
              <a:gd name="textAreaBottom" fmla="*/ 2739600 h 273852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1" name=""/>
          <p:cNvSpPr/>
          <p:nvPr/>
        </p:nvSpPr>
        <p:spPr>
          <a:xfrm>
            <a:off x="1747800" y="2070000"/>
            <a:ext cx="223920" cy="22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2" name=""/>
          <p:cNvSpPr/>
          <p:nvPr/>
        </p:nvSpPr>
        <p:spPr>
          <a:xfrm flipV="1">
            <a:off x="1857600" y="2322000"/>
            <a:ext cx="360" cy="45720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3" name=""/>
          <p:cNvSpPr/>
          <p:nvPr/>
        </p:nvSpPr>
        <p:spPr>
          <a:xfrm flipV="1">
            <a:off x="467280" y="1143000"/>
            <a:ext cx="2733120" cy="2163600"/>
          </a:xfrm>
          <a:prstGeom prst="line">
            <a:avLst/>
          </a:prstGeom>
          <a:ln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4" name=""/>
          <p:cNvSpPr/>
          <p:nvPr/>
        </p:nvSpPr>
        <p:spPr>
          <a:xfrm rot="19200000">
            <a:off x="2741040" y="1189080"/>
            <a:ext cx="82692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"/>
          <p:cNvSpPr/>
          <p:nvPr/>
        </p:nvSpPr>
        <p:spPr>
          <a:xfrm>
            <a:off x="1677960" y="2854080"/>
            <a:ext cx="522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"/>
          <p:cNvSpPr/>
          <p:nvPr/>
        </p:nvSpPr>
        <p:spPr>
          <a:xfrm>
            <a:off x="749520" y="4399920"/>
            <a:ext cx="2679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Deviation from PW relation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"/>
          <p:cNvSpPr/>
          <p:nvPr/>
        </p:nvSpPr>
        <p:spPr>
          <a:xfrm rot="16200000">
            <a:off x="-870120" y="2886480"/>
            <a:ext cx="22244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Deviation from PL relation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"/>
          <p:cNvSpPr/>
          <p:nvPr/>
        </p:nvSpPr>
        <p:spPr>
          <a:xfrm>
            <a:off x="1207800" y="2502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9" name=""/>
          <p:cNvSpPr/>
          <p:nvPr/>
        </p:nvSpPr>
        <p:spPr>
          <a:xfrm>
            <a:off x="2143800" y="1746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0" name=""/>
          <p:cNvSpPr/>
          <p:nvPr/>
        </p:nvSpPr>
        <p:spPr>
          <a:xfrm>
            <a:off x="2539800" y="1458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1" name=""/>
          <p:cNvSpPr/>
          <p:nvPr/>
        </p:nvSpPr>
        <p:spPr>
          <a:xfrm>
            <a:off x="811800" y="2826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2" name=""/>
          <p:cNvSpPr/>
          <p:nvPr/>
        </p:nvSpPr>
        <p:spPr>
          <a:xfrm flipV="1">
            <a:off x="957600" y="3006000"/>
            <a:ext cx="360" cy="3258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3" name=""/>
          <p:cNvSpPr/>
          <p:nvPr/>
        </p:nvSpPr>
        <p:spPr>
          <a:xfrm flipV="1">
            <a:off x="1353600" y="2718360"/>
            <a:ext cx="360" cy="3258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4" name=""/>
          <p:cNvSpPr/>
          <p:nvPr/>
        </p:nvSpPr>
        <p:spPr>
          <a:xfrm flipV="1">
            <a:off x="2277000" y="1985400"/>
            <a:ext cx="23400" cy="5727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5" name=""/>
          <p:cNvSpPr/>
          <p:nvPr/>
        </p:nvSpPr>
        <p:spPr>
          <a:xfrm flipV="1">
            <a:off x="2673360" y="1697760"/>
            <a:ext cx="23400" cy="6606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6" name=""/>
          <p:cNvSpPr/>
          <p:nvPr/>
        </p:nvSpPr>
        <p:spPr>
          <a:xfrm>
            <a:off x="1174320" y="3106440"/>
            <a:ext cx="624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7" name=""/>
          <p:cNvSpPr/>
          <p:nvPr/>
        </p:nvSpPr>
        <p:spPr>
          <a:xfrm>
            <a:off x="742320" y="3322800"/>
            <a:ext cx="624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"/>
          <p:cNvSpPr/>
          <p:nvPr/>
        </p:nvSpPr>
        <p:spPr>
          <a:xfrm>
            <a:off x="2074320" y="2639160"/>
            <a:ext cx="624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"/>
          <p:cNvSpPr/>
          <p:nvPr/>
        </p:nvSpPr>
        <p:spPr>
          <a:xfrm>
            <a:off x="2506320" y="2423520"/>
            <a:ext cx="624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"/>
          <p:cNvSpPr/>
          <p:nvPr/>
        </p:nvSpPr>
        <p:spPr>
          <a:xfrm flipV="1">
            <a:off x="857520" y="2106000"/>
            <a:ext cx="926280" cy="7200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1" name=""/>
          <p:cNvSpPr/>
          <p:nvPr/>
        </p:nvSpPr>
        <p:spPr>
          <a:xfrm flipV="1">
            <a:off x="1819800" y="1428840"/>
            <a:ext cx="758880" cy="6051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2" name=""/>
          <p:cNvSpPr/>
          <p:nvPr/>
        </p:nvSpPr>
        <p:spPr>
          <a:xfrm>
            <a:off x="781920" y="242280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"/>
          <p:cNvSpPr/>
          <p:nvPr/>
        </p:nvSpPr>
        <p:spPr>
          <a:xfrm>
            <a:off x="1213920" y="191916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"/>
          <p:cNvSpPr/>
          <p:nvPr/>
        </p:nvSpPr>
        <p:spPr>
          <a:xfrm>
            <a:off x="1717920" y="148752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"/>
          <p:cNvSpPr/>
          <p:nvPr/>
        </p:nvSpPr>
        <p:spPr>
          <a:xfrm>
            <a:off x="2329920" y="1163880"/>
            <a:ext cx="438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"/>
          <p:cNvSpPr/>
          <p:nvPr/>
        </p:nvSpPr>
        <p:spPr>
          <a:xfrm>
            <a:off x="3744720" y="1559880"/>
            <a:ext cx="2738520" cy="2738520"/>
          </a:xfrm>
          <a:custGeom>
            <a:avLst/>
            <a:gdLst>
              <a:gd name="textAreaLeft" fmla="*/ 0 w 2738520"/>
              <a:gd name="textAreaRight" fmla="*/ 2739600 w 2738520"/>
              <a:gd name="textAreaTop" fmla="*/ 0 h 2738520"/>
              <a:gd name="textAreaBottom" fmla="*/ 2739600 h 273852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7" name=""/>
          <p:cNvSpPr/>
          <p:nvPr/>
        </p:nvSpPr>
        <p:spPr>
          <a:xfrm>
            <a:off x="4039560" y="4399920"/>
            <a:ext cx="258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Adjustment in modulus, δμ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"/>
          <p:cNvSpPr/>
          <p:nvPr/>
        </p:nvSpPr>
        <p:spPr>
          <a:xfrm rot="16200000">
            <a:off x="2649240" y="2640960"/>
            <a:ext cx="169524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δE(B-V)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= δA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λ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/ R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"/>
          <p:cNvSpPr/>
          <p:nvPr/>
        </p:nvSpPr>
        <p:spPr>
          <a:xfrm>
            <a:off x="1895400" y="422100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0" name=""/>
          <p:cNvSpPr/>
          <p:nvPr/>
        </p:nvSpPr>
        <p:spPr>
          <a:xfrm>
            <a:off x="399600" y="290880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1" name=""/>
          <p:cNvSpPr/>
          <p:nvPr/>
        </p:nvSpPr>
        <p:spPr>
          <a:xfrm>
            <a:off x="5063400" y="422100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2" name=""/>
          <p:cNvSpPr/>
          <p:nvPr/>
        </p:nvSpPr>
        <p:spPr>
          <a:xfrm>
            <a:off x="3639600" y="290880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3" name=""/>
          <p:cNvSpPr/>
          <p:nvPr/>
        </p:nvSpPr>
        <p:spPr>
          <a:xfrm flipV="1">
            <a:off x="3817080" y="1091880"/>
            <a:ext cx="2331720" cy="321912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4" name=""/>
          <p:cNvSpPr/>
          <p:nvPr/>
        </p:nvSpPr>
        <p:spPr>
          <a:xfrm flipV="1">
            <a:off x="3716640" y="1559880"/>
            <a:ext cx="2455560" cy="259524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5" name=""/>
          <p:cNvSpPr/>
          <p:nvPr/>
        </p:nvSpPr>
        <p:spPr>
          <a:xfrm flipV="1">
            <a:off x="3716640" y="1828800"/>
            <a:ext cx="2455560" cy="233892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6" name=""/>
          <p:cNvSpPr/>
          <p:nvPr/>
        </p:nvSpPr>
        <p:spPr>
          <a:xfrm flipV="1">
            <a:off x="3716640" y="2057400"/>
            <a:ext cx="2455560" cy="182880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7" name=""/>
          <p:cNvSpPr/>
          <p:nvPr/>
        </p:nvSpPr>
        <p:spPr>
          <a:xfrm flipV="1">
            <a:off x="3824640" y="1307880"/>
            <a:ext cx="2324160" cy="297504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8" name=""/>
          <p:cNvSpPr/>
          <p:nvPr/>
        </p:nvSpPr>
        <p:spPr>
          <a:xfrm flipV="1">
            <a:off x="3711960" y="2286000"/>
            <a:ext cx="2460240" cy="14702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9" name=""/>
          <p:cNvSpPr/>
          <p:nvPr/>
        </p:nvSpPr>
        <p:spPr>
          <a:xfrm>
            <a:off x="7120440" y="1546920"/>
            <a:ext cx="2738520" cy="2738520"/>
          </a:xfrm>
          <a:custGeom>
            <a:avLst/>
            <a:gdLst>
              <a:gd name="textAreaLeft" fmla="*/ 0 w 2738520"/>
              <a:gd name="textAreaRight" fmla="*/ 2739600 w 2738520"/>
              <a:gd name="textAreaTop" fmla="*/ 0 h 2738520"/>
              <a:gd name="textAreaBottom" fmla="*/ 2739600 h 273852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0" name=""/>
          <p:cNvSpPr/>
          <p:nvPr/>
        </p:nvSpPr>
        <p:spPr>
          <a:xfrm>
            <a:off x="8207280" y="4386960"/>
            <a:ext cx="708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"/>
          <p:cNvSpPr/>
          <p:nvPr/>
        </p:nvSpPr>
        <p:spPr>
          <a:xfrm rot="16200000">
            <a:off x="6495840" y="2678760"/>
            <a:ext cx="741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δΕ rms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"/>
          <p:cNvSpPr/>
          <p:nvPr/>
        </p:nvSpPr>
        <p:spPr>
          <a:xfrm>
            <a:off x="8439120" y="420804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3" name=""/>
          <p:cNvSpPr/>
          <p:nvPr/>
        </p:nvSpPr>
        <p:spPr>
          <a:xfrm>
            <a:off x="7015320" y="289584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4" name=""/>
          <p:cNvSpPr/>
          <p:nvPr/>
        </p:nvSpPr>
        <p:spPr>
          <a:xfrm>
            <a:off x="7143840" y="1586880"/>
            <a:ext cx="2715120" cy="2293560"/>
          </a:xfrm>
          <a:custGeom>
            <a:avLst/>
            <a:gdLst>
              <a:gd name="textAreaLeft" fmla="*/ 0 w 2715120"/>
              <a:gd name="textAreaRight" fmla="*/ 2716200 w 2715120"/>
              <a:gd name="textAreaTop" fmla="*/ 0 h 2293560"/>
              <a:gd name="textAreaBottom" fmla="*/ 2294640 h 2293560"/>
            </a:gdLst>
            <a:ahLst/>
            <a:cxnLst/>
            <a:rect l="textAreaLeft" t="textAreaTop" r="textAreaRight" b="textAreaBottom"/>
            <a:pathLst>
              <a:path fill="none" w="7555" h="6384">
                <a:moveTo>
                  <a:pt x="0" y="5437"/>
                </a:moveTo>
                <a:cubicBezTo>
                  <a:pt x="2519" y="9321"/>
                  <a:pt x="7555" y="0"/>
                  <a:pt x="7555" y="0"/>
                </a:cubicBezTo>
              </a:path>
            </a:pathLst>
          </a:custGeom>
          <a:noFill/>
          <a:ln w="12600">
            <a:solidFill>
              <a:srgbClr val="8611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5" name=""/>
          <p:cNvSpPr/>
          <p:nvPr/>
        </p:nvSpPr>
        <p:spPr>
          <a:xfrm>
            <a:off x="3972600" y="4655880"/>
            <a:ext cx="2652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Resulting δE for δµ in all bands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"/>
          <p:cNvSpPr/>
          <p:nvPr/>
        </p:nvSpPr>
        <p:spPr>
          <a:xfrm>
            <a:off x="7086600" y="3886200"/>
            <a:ext cx="560520" cy="399240"/>
          </a:xfrm>
          <a:custGeom>
            <a:avLst/>
            <a:gdLst>
              <a:gd name="textAreaLeft" fmla="*/ 0 w 560520"/>
              <a:gd name="textAreaRight" fmla="*/ 561600 w 560520"/>
              <a:gd name="textAreaTop" fmla="*/ 0 h 399240"/>
              <a:gd name="textAreaBottom" fmla="*/ 400320 h 399240"/>
            </a:gdLst>
            <a:ahLst/>
            <a:cxnLst/>
            <a:rect l="textAreaLeft" t="textAreaTop" r="textAreaRight" b="textAreaBottom"/>
            <a:pathLst>
              <a:path fill="none" w="1570" h="1122">
                <a:moveTo>
                  <a:pt x="1570" y="1122"/>
                </a:moveTo>
                <a:lnTo>
                  <a:pt x="1570" y="0"/>
                </a:lnTo>
                <a:lnTo>
                  <a:pt x="0" y="0"/>
                </a:lnTo>
              </a:path>
            </a:pathLst>
          </a:custGeom>
          <a:noFill/>
          <a:ln w="0">
            <a:solidFill>
              <a:srgbClr val="f10d0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7" name=""/>
          <p:cNvSpPr/>
          <p:nvPr/>
        </p:nvSpPr>
        <p:spPr>
          <a:xfrm>
            <a:off x="4519800" y="3042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8" name=""/>
          <p:cNvSpPr/>
          <p:nvPr/>
        </p:nvSpPr>
        <p:spPr>
          <a:xfrm>
            <a:off x="4879800" y="2538000"/>
            <a:ext cx="223920" cy="22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9" name=""/>
          <p:cNvSpPr/>
          <p:nvPr/>
        </p:nvSpPr>
        <p:spPr>
          <a:xfrm>
            <a:off x="4879800" y="2682000"/>
            <a:ext cx="223920" cy="22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0" name=""/>
          <p:cNvSpPr/>
          <p:nvPr/>
        </p:nvSpPr>
        <p:spPr>
          <a:xfrm>
            <a:off x="4879800" y="2790000"/>
            <a:ext cx="223920" cy="22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1" name=""/>
          <p:cNvSpPr/>
          <p:nvPr/>
        </p:nvSpPr>
        <p:spPr>
          <a:xfrm>
            <a:off x="4879800" y="2898000"/>
            <a:ext cx="223920" cy="22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2" name=""/>
          <p:cNvSpPr/>
          <p:nvPr/>
        </p:nvSpPr>
        <p:spPr>
          <a:xfrm>
            <a:off x="4879800" y="2502000"/>
            <a:ext cx="223920" cy="22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3" name=""/>
          <p:cNvSpPr/>
          <p:nvPr/>
        </p:nvSpPr>
        <p:spPr>
          <a:xfrm flipH="1" flipV="1">
            <a:off x="4748400" y="3270600"/>
            <a:ext cx="2903400" cy="61452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4" name=""/>
          <p:cNvSpPr/>
          <p:nvPr/>
        </p:nvSpPr>
        <p:spPr>
          <a:xfrm>
            <a:off x="8335800" y="3402000"/>
            <a:ext cx="223920" cy="22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5" name=""/>
          <p:cNvSpPr/>
          <p:nvPr/>
        </p:nvSpPr>
        <p:spPr>
          <a:xfrm>
            <a:off x="7543800" y="3762000"/>
            <a:ext cx="223920" cy="22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6" name=""/>
          <p:cNvSpPr/>
          <p:nvPr/>
        </p:nvSpPr>
        <p:spPr>
          <a:xfrm rot="720000">
            <a:off x="4832640" y="3506040"/>
            <a:ext cx="2242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Suggested modulus correction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"/>
          <p:cNvSpPr/>
          <p:nvPr/>
        </p:nvSpPr>
        <p:spPr>
          <a:xfrm>
            <a:off x="25200" y="4656600"/>
            <a:ext cx="404892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Adjustments in µ lead to corrections in extinction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"/>
          <p:cNvSpPr/>
          <p:nvPr/>
        </p:nvSpPr>
        <p:spPr>
          <a:xfrm>
            <a:off x="772200" y="1479600"/>
            <a:ext cx="3787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"/>
          <p:cNvSpPr/>
          <p:nvPr/>
        </p:nvSpPr>
        <p:spPr>
          <a:xfrm>
            <a:off x="4084560" y="1479600"/>
            <a:ext cx="3787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"/>
          <p:cNvSpPr/>
          <p:nvPr/>
        </p:nvSpPr>
        <p:spPr>
          <a:xfrm>
            <a:off x="7432920" y="1479600"/>
            <a:ext cx="3664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"/>
          <p:cNvSpPr/>
          <p:nvPr/>
        </p:nvSpPr>
        <p:spPr>
          <a:xfrm>
            <a:off x="6960600" y="4656240"/>
            <a:ext cx="2913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Least rms in δE yields µ correction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"/>
          <p:cNvSpPr/>
          <p:nvPr/>
        </p:nvSpPr>
        <p:spPr>
          <a:xfrm flipV="1">
            <a:off x="1813680" y="1543680"/>
            <a:ext cx="459720" cy="3855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3" name=""/>
          <p:cNvSpPr/>
          <p:nvPr/>
        </p:nvSpPr>
        <p:spPr>
          <a:xfrm flipV="1">
            <a:off x="1274040" y="1975680"/>
            <a:ext cx="459720" cy="3855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4" name=""/>
          <p:cNvSpPr/>
          <p:nvPr/>
        </p:nvSpPr>
        <p:spPr>
          <a:xfrm>
            <a:off x="6148800" y="842400"/>
            <a:ext cx="294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"/>
          <p:cNvSpPr/>
          <p:nvPr/>
        </p:nvSpPr>
        <p:spPr>
          <a:xfrm>
            <a:off x="6148800" y="1130400"/>
            <a:ext cx="294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"/>
          <p:cNvSpPr/>
          <p:nvPr/>
        </p:nvSpPr>
        <p:spPr>
          <a:xfrm>
            <a:off x="6184800" y="1382400"/>
            <a:ext cx="2264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"/>
          <p:cNvSpPr/>
          <p:nvPr/>
        </p:nvSpPr>
        <p:spPr>
          <a:xfrm>
            <a:off x="6149160" y="1670400"/>
            <a:ext cx="26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"/>
          <p:cNvSpPr/>
          <p:nvPr/>
        </p:nvSpPr>
        <p:spPr>
          <a:xfrm>
            <a:off x="6149160" y="1922400"/>
            <a:ext cx="304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"/>
          <p:cNvSpPr/>
          <p:nvPr/>
        </p:nvSpPr>
        <p:spPr>
          <a:xfrm>
            <a:off x="6149160" y="2174400"/>
            <a:ext cx="294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PlaceHolder 16"/>
          <p:cNvSpPr/>
          <p:nvPr/>
        </p:nvSpPr>
        <p:spPr>
          <a:xfrm>
            <a:off x="1440" y="216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7D617153-BB04-4491-9E3B-A2901BAE716E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"/>
          <p:cNvSpPr/>
          <p:nvPr/>
        </p:nvSpPr>
        <p:spPr>
          <a:xfrm>
            <a:off x="78480" y="3369600"/>
            <a:ext cx="3545640" cy="1632240"/>
          </a:xfrm>
          <a:prstGeom prst="rect">
            <a:avLst/>
          </a:prstGeom>
          <a:solidFill>
            <a:srgbClr val="f7d1d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2" name=""/>
          <p:cNvSpPr/>
          <p:nvPr/>
        </p:nvSpPr>
        <p:spPr>
          <a:xfrm>
            <a:off x="6801840" y="2920320"/>
            <a:ext cx="3310920" cy="2549520"/>
          </a:xfrm>
          <a:custGeom>
            <a:avLst/>
            <a:gdLst>
              <a:gd name="textAreaLeft" fmla="*/ 0 w 3310920"/>
              <a:gd name="textAreaRight" fmla="*/ 3311640 w 3310920"/>
              <a:gd name="textAreaTop" fmla="*/ 0 h 2549520"/>
              <a:gd name="textAreaBottom" fmla="*/ 2550240 h 2549520"/>
            </a:gdLst>
            <a:ahLst/>
            <a:cxnLst/>
            <a:rect l="textAreaLeft" t="textAreaTop" r="textAreaRight" b="textAreaBottom"/>
            <a:pathLst>
              <a:path w="2804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4440" y="21600"/>
                </a:lnTo>
                <a:arcTo wR="2840" hR="3600" stAng="5400000" swAng="5400000"/>
                <a:lnTo>
                  <a:pt x="21600" y="3600"/>
                </a:lnTo>
                <a:arcTo wR="2840" hR="3600" stAng="10800000" swAng="5400000"/>
                <a:close/>
              </a:path>
            </a:pathLst>
          </a:custGeom>
          <a:solidFill>
            <a:srgbClr val="bbe33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3" name=""/>
          <p:cNvSpPr/>
          <p:nvPr/>
        </p:nvSpPr>
        <p:spPr>
          <a:xfrm>
            <a:off x="6767280" y="493200"/>
            <a:ext cx="3310920" cy="2354040"/>
          </a:xfrm>
          <a:custGeom>
            <a:avLst/>
            <a:gdLst>
              <a:gd name="textAreaLeft" fmla="*/ 0 w 3310920"/>
              <a:gd name="textAreaRight" fmla="*/ 3311640 w 3310920"/>
              <a:gd name="textAreaTop" fmla="*/ 0 h 2354040"/>
              <a:gd name="textAreaBottom" fmla="*/ 2354760 h 2354040"/>
            </a:gdLst>
            <a:ahLst/>
            <a:cxnLst/>
            <a:rect l="textAreaLeft" t="textAreaTop" r="textAreaRight" b="textAreaBottom"/>
            <a:pathLst>
              <a:path w="30362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6762" y="21600"/>
                </a:lnTo>
                <a:arcTo wR="5162" hR="3600" stAng="5400000" swAng="5400000"/>
                <a:lnTo>
                  <a:pt x="21600" y="3600"/>
                </a:lnTo>
                <a:arcTo wR="5162" hR="3600" stAng="10800000" swAng="5400000"/>
                <a:close/>
              </a:path>
            </a:pathLst>
          </a:custGeom>
          <a:solidFill>
            <a:srgbClr val="81ac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4" name=""/>
          <p:cNvSpPr/>
          <p:nvPr/>
        </p:nvSpPr>
        <p:spPr>
          <a:xfrm>
            <a:off x="3304080" y="1371600"/>
            <a:ext cx="3177360" cy="3196440"/>
          </a:xfrm>
          <a:custGeom>
            <a:avLst/>
            <a:gdLst>
              <a:gd name="textAreaLeft" fmla="*/ 0 w 3177360"/>
              <a:gd name="textAreaRight" fmla="*/ 3178440 w 3177360"/>
              <a:gd name="textAreaTop" fmla="*/ 0 h 3196440"/>
              <a:gd name="textAreaBottom" fmla="*/ 3197520 h 3196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5" name=""/>
          <p:cNvSpPr/>
          <p:nvPr/>
        </p:nvSpPr>
        <p:spPr>
          <a:xfrm>
            <a:off x="829800" y="1222200"/>
            <a:ext cx="2446920" cy="1488240"/>
          </a:xfrm>
          <a:prstGeom prst="rect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6" name=""/>
          <p:cNvSpPr/>
          <p:nvPr/>
        </p:nvSpPr>
        <p:spPr>
          <a:xfrm>
            <a:off x="3612600" y="2714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logP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"/>
          <p:cNvSpPr/>
          <p:nvPr/>
        </p:nvSpPr>
        <p:spPr>
          <a:xfrm>
            <a:off x="878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"/>
          <p:cNvSpPr/>
          <p:nvPr/>
        </p:nvSpPr>
        <p:spPr>
          <a:xfrm>
            <a:off x="2282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"/>
          <p:cNvSpPr/>
          <p:nvPr/>
        </p:nvSpPr>
        <p:spPr>
          <a:xfrm flipV="1">
            <a:off x="1335240" y="249660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0" name=""/>
          <p:cNvSpPr/>
          <p:nvPr/>
        </p:nvSpPr>
        <p:spPr>
          <a:xfrm flipV="1">
            <a:off x="2742840" y="249660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1" name=""/>
          <p:cNvSpPr/>
          <p:nvPr/>
        </p:nvSpPr>
        <p:spPr>
          <a:xfrm>
            <a:off x="1560600" y="1346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"/>
          <p:cNvSpPr/>
          <p:nvPr/>
        </p:nvSpPr>
        <p:spPr>
          <a:xfrm flipH="1">
            <a:off x="1293120" y="1539000"/>
            <a:ext cx="256680" cy="537480"/>
          </a:xfrm>
          <a:custGeom>
            <a:avLst/>
            <a:gdLst>
              <a:gd name="textAreaLeft" fmla="*/ -720 w 256680"/>
              <a:gd name="textAreaRight" fmla="*/ 257040 w 2566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3" name=""/>
          <p:cNvSpPr/>
          <p:nvPr/>
        </p:nvSpPr>
        <p:spPr>
          <a:xfrm>
            <a:off x="2475000" y="1503000"/>
            <a:ext cx="224280" cy="537480"/>
          </a:xfrm>
          <a:custGeom>
            <a:avLst/>
            <a:gdLst>
              <a:gd name="textAreaLeft" fmla="*/ 0 w 224280"/>
              <a:gd name="textAreaRight" fmla="*/ 225360 w 2242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4" name=""/>
          <p:cNvSpPr/>
          <p:nvPr/>
        </p:nvSpPr>
        <p:spPr>
          <a:xfrm>
            <a:off x="4150800" y="3051000"/>
            <a:ext cx="1451520" cy="1402920"/>
          </a:xfrm>
          <a:custGeom>
            <a:avLst/>
            <a:gdLst>
              <a:gd name="textAreaLeft" fmla="*/ 0 w 1451520"/>
              <a:gd name="textAreaRight" fmla="*/ 1452600 w 1451520"/>
              <a:gd name="textAreaTop" fmla="*/ 0 h 1402920"/>
              <a:gd name="textAreaBottom" fmla="*/ 1404000 h 1402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PL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"/>
          <p:cNvSpPr/>
          <p:nvPr/>
        </p:nvSpPr>
        <p:spPr>
          <a:xfrm>
            <a:off x="4187160" y="14925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PW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"/>
          <p:cNvSpPr/>
          <p:nvPr/>
        </p:nvSpPr>
        <p:spPr>
          <a:xfrm flipV="1">
            <a:off x="3196800" y="2236320"/>
            <a:ext cx="913680" cy="26280"/>
          </a:xfrm>
          <a:custGeom>
            <a:avLst/>
            <a:gdLst>
              <a:gd name="textAreaLeft" fmla="*/ 0 w 913680"/>
              <a:gd name="textAreaRight" fmla="*/ 914760 w 913680"/>
              <a:gd name="textAreaTop" fmla="*/ -72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7" name=""/>
          <p:cNvSpPr/>
          <p:nvPr/>
        </p:nvSpPr>
        <p:spPr>
          <a:xfrm flipV="1">
            <a:off x="3612600" y="2237760"/>
            <a:ext cx="497880" cy="496800"/>
          </a:xfrm>
          <a:custGeom>
            <a:avLst/>
            <a:gdLst>
              <a:gd name="textAreaLeft" fmla="*/ 0 w 497880"/>
              <a:gd name="textAreaRight" fmla="*/ 498960 w 497880"/>
              <a:gd name="textAreaTop" fmla="*/ 720 h 496800"/>
              <a:gd name="textAreaBottom" fmla="*/ 498600 h 496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8" name=""/>
          <p:cNvSpPr/>
          <p:nvPr/>
        </p:nvSpPr>
        <p:spPr>
          <a:xfrm flipV="1">
            <a:off x="3196800" y="3701520"/>
            <a:ext cx="950040" cy="360"/>
          </a:xfrm>
          <a:custGeom>
            <a:avLst/>
            <a:gdLst>
              <a:gd name="textAreaLeft" fmla="*/ 0 w 950040"/>
              <a:gd name="textAreaRight" fmla="*/ 951120 w 950040"/>
              <a:gd name="textAreaTop" fmla="*/ -2520 h 360"/>
              <a:gd name="textAreaBottom" fmla="*/ 36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9" name=""/>
          <p:cNvSpPr/>
          <p:nvPr/>
        </p:nvSpPr>
        <p:spPr>
          <a:xfrm>
            <a:off x="3612600" y="3170880"/>
            <a:ext cx="534240" cy="534960"/>
          </a:xfrm>
          <a:custGeom>
            <a:avLst/>
            <a:gdLst>
              <a:gd name="textAreaLeft" fmla="*/ 0 w 534240"/>
              <a:gd name="textAreaRight" fmla="*/ 535320 w 534240"/>
              <a:gd name="textAreaTop" fmla="*/ 0 h 534960"/>
              <a:gd name="textAreaBottom" fmla="*/ 536040 h 534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0" name=""/>
          <p:cNvSpPr/>
          <p:nvPr/>
        </p:nvSpPr>
        <p:spPr>
          <a:xfrm>
            <a:off x="4968000" y="22647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(Δ-Δ)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"/>
          <p:cNvSpPr/>
          <p:nvPr/>
        </p:nvSpPr>
        <p:spPr>
          <a:xfrm>
            <a:off x="1792800" y="227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2" name=""/>
          <p:cNvSpPr/>
          <p:nvPr/>
        </p:nvSpPr>
        <p:spPr>
          <a:xfrm>
            <a:off x="6616800" y="565200"/>
            <a:ext cx="216000" cy="4674600"/>
          </a:xfrm>
          <a:custGeom>
            <a:avLst/>
            <a:gdLst>
              <a:gd name="textAreaLeft" fmla="*/ 0 w 216000"/>
              <a:gd name="textAreaRight" fmla="*/ 216720 w 216000"/>
              <a:gd name="textAreaTop" fmla="*/ 0 h 4674600"/>
              <a:gd name="textAreaBottom" fmla="*/ 4675680 h 46746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3" name=""/>
          <p:cNvSpPr/>
          <p:nvPr/>
        </p:nvSpPr>
        <p:spPr>
          <a:xfrm flipV="1">
            <a:off x="8608320" y="1096560"/>
            <a:ext cx="1104120" cy="152460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4" name=""/>
          <p:cNvSpPr/>
          <p:nvPr/>
        </p:nvSpPr>
        <p:spPr>
          <a:xfrm flipV="1">
            <a:off x="8427240" y="1277280"/>
            <a:ext cx="1299600" cy="131724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5" name=""/>
          <p:cNvSpPr/>
          <p:nvPr/>
        </p:nvSpPr>
        <p:spPr>
          <a:xfrm flipV="1">
            <a:off x="8427240" y="1407600"/>
            <a:ext cx="1285200" cy="101484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6" name=""/>
          <p:cNvSpPr/>
          <p:nvPr/>
        </p:nvSpPr>
        <p:spPr>
          <a:xfrm flipV="1">
            <a:off x="8383320" y="1473120"/>
            <a:ext cx="1333440" cy="8366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7" name=""/>
          <p:cNvSpPr/>
          <p:nvPr/>
        </p:nvSpPr>
        <p:spPr>
          <a:xfrm flipV="1">
            <a:off x="8510040" y="1222920"/>
            <a:ext cx="1202400" cy="138276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8" name=""/>
          <p:cNvSpPr/>
          <p:nvPr/>
        </p:nvSpPr>
        <p:spPr>
          <a:xfrm flipV="1">
            <a:off x="8383320" y="1538280"/>
            <a:ext cx="1343520" cy="6764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9" name=""/>
          <p:cNvSpPr/>
          <p:nvPr/>
        </p:nvSpPr>
        <p:spPr>
          <a:xfrm>
            <a:off x="8385480" y="794160"/>
            <a:ext cx="1451880" cy="1868400"/>
          </a:xfrm>
          <a:custGeom>
            <a:avLst/>
            <a:gdLst>
              <a:gd name="textAreaLeft" fmla="*/ 0 w 1451880"/>
              <a:gd name="textAreaRight" fmla="*/ 1452600 w 1451880"/>
              <a:gd name="textAreaTop" fmla="*/ 0 h 1868400"/>
              <a:gd name="textAreaBottom" fmla="*/ 1869120 h 186840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0" name=""/>
          <p:cNvSpPr/>
          <p:nvPr/>
        </p:nvSpPr>
        <p:spPr>
          <a:xfrm>
            <a:off x="8347320" y="1806120"/>
            <a:ext cx="10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1" name=""/>
          <p:cNvSpPr/>
          <p:nvPr/>
        </p:nvSpPr>
        <p:spPr>
          <a:xfrm>
            <a:off x="9203400" y="2601000"/>
            <a:ext cx="360" cy="1015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2" name=""/>
          <p:cNvSpPr/>
          <p:nvPr/>
        </p:nvSpPr>
        <p:spPr>
          <a:xfrm>
            <a:off x="8417520" y="1629360"/>
            <a:ext cx="5068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ΔM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"/>
          <p:cNvSpPr/>
          <p:nvPr/>
        </p:nvSpPr>
        <p:spPr>
          <a:xfrm>
            <a:off x="9020880" y="2320920"/>
            <a:ext cx="747000" cy="4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"/>
          <p:cNvSpPr/>
          <p:nvPr/>
        </p:nvSpPr>
        <p:spPr>
          <a:xfrm>
            <a:off x="6889680" y="3243600"/>
            <a:ext cx="1462320" cy="2041920"/>
          </a:xfrm>
          <a:custGeom>
            <a:avLst/>
            <a:gdLst>
              <a:gd name="textAreaLeft" fmla="*/ 0 w 1462320"/>
              <a:gd name="textAreaRight" fmla="*/ 1463040 w 1462320"/>
              <a:gd name="textAreaTop" fmla="*/ 0 h 2041920"/>
              <a:gd name="textAreaBottom" fmla="*/ 2042640 h 204192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5" name=""/>
          <p:cNvSpPr/>
          <p:nvPr/>
        </p:nvSpPr>
        <p:spPr>
          <a:xfrm rot="16200000">
            <a:off x="6505200" y="4115160"/>
            <a:ext cx="102168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δA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/ 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"/>
          <p:cNvSpPr/>
          <p:nvPr/>
        </p:nvSpPr>
        <p:spPr>
          <a:xfrm>
            <a:off x="10719000" y="2093400"/>
            <a:ext cx="360" cy="1324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7" name=""/>
          <p:cNvSpPr/>
          <p:nvPr/>
        </p:nvSpPr>
        <p:spPr>
          <a:xfrm>
            <a:off x="6826320" y="4448160"/>
            <a:ext cx="1105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8" name=""/>
          <p:cNvSpPr/>
          <p:nvPr/>
        </p:nvSpPr>
        <p:spPr>
          <a:xfrm flipV="1">
            <a:off x="6933600" y="3243600"/>
            <a:ext cx="1422000" cy="205128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9" name=""/>
          <p:cNvSpPr/>
          <p:nvPr/>
        </p:nvSpPr>
        <p:spPr>
          <a:xfrm flipV="1">
            <a:off x="6872760" y="3633480"/>
            <a:ext cx="1482840" cy="156708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0" name=""/>
          <p:cNvSpPr/>
          <p:nvPr/>
        </p:nvSpPr>
        <p:spPr>
          <a:xfrm flipV="1">
            <a:off x="6872760" y="3795840"/>
            <a:ext cx="1482840" cy="141228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1" name=""/>
          <p:cNvSpPr/>
          <p:nvPr/>
        </p:nvSpPr>
        <p:spPr>
          <a:xfrm flipV="1">
            <a:off x="6891840" y="3934080"/>
            <a:ext cx="1463760" cy="9338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2" name=""/>
          <p:cNvSpPr/>
          <p:nvPr/>
        </p:nvSpPr>
        <p:spPr>
          <a:xfrm flipV="1">
            <a:off x="6938280" y="3381840"/>
            <a:ext cx="1417680" cy="189576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3" name=""/>
          <p:cNvSpPr/>
          <p:nvPr/>
        </p:nvSpPr>
        <p:spPr>
          <a:xfrm flipV="1">
            <a:off x="6869880" y="4071960"/>
            <a:ext cx="1485720" cy="8877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4" name=""/>
          <p:cNvSpPr/>
          <p:nvPr/>
        </p:nvSpPr>
        <p:spPr>
          <a:xfrm>
            <a:off x="7358040" y="4563000"/>
            <a:ext cx="133560" cy="13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5" name=""/>
          <p:cNvSpPr/>
          <p:nvPr/>
        </p:nvSpPr>
        <p:spPr>
          <a:xfrm>
            <a:off x="7575480" y="422424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6" name=""/>
          <p:cNvSpPr/>
          <p:nvPr/>
        </p:nvSpPr>
        <p:spPr>
          <a:xfrm>
            <a:off x="7575480" y="431100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7" name=""/>
          <p:cNvSpPr/>
          <p:nvPr/>
        </p:nvSpPr>
        <p:spPr>
          <a:xfrm>
            <a:off x="7575480" y="4376160"/>
            <a:ext cx="133560" cy="13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8" name=""/>
          <p:cNvSpPr/>
          <p:nvPr/>
        </p:nvSpPr>
        <p:spPr>
          <a:xfrm>
            <a:off x="7575480" y="444168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9" name=""/>
          <p:cNvSpPr/>
          <p:nvPr/>
        </p:nvSpPr>
        <p:spPr>
          <a:xfrm>
            <a:off x="7575480" y="4202280"/>
            <a:ext cx="133560" cy="13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50" name=""/>
          <p:cNvSpPr/>
          <p:nvPr/>
        </p:nvSpPr>
        <p:spPr>
          <a:xfrm>
            <a:off x="9679680" y="956880"/>
            <a:ext cx="162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"/>
          <p:cNvSpPr/>
          <p:nvPr/>
        </p:nvSpPr>
        <p:spPr>
          <a:xfrm>
            <a:off x="9679680" y="1096200"/>
            <a:ext cx="1623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V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"/>
          <p:cNvSpPr/>
          <p:nvPr/>
        </p:nvSpPr>
        <p:spPr>
          <a:xfrm>
            <a:off x="9731520" y="1209960"/>
            <a:ext cx="124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"/>
          <p:cNvSpPr/>
          <p:nvPr/>
        </p:nvSpPr>
        <p:spPr>
          <a:xfrm>
            <a:off x="9711720" y="1314720"/>
            <a:ext cx="146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J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"/>
          <p:cNvSpPr/>
          <p:nvPr/>
        </p:nvSpPr>
        <p:spPr>
          <a:xfrm>
            <a:off x="9680040" y="1432080"/>
            <a:ext cx="167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440" bIns="8244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"/>
          <p:cNvSpPr/>
          <p:nvPr/>
        </p:nvSpPr>
        <p:spPr>
          <a:xfrm>
            <a:off x="9680040" y="1549800"/>
            <a:ext cx="162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"/>
          <p:cNvSpPr/>
          <p:nvPr/>
        </p:nvSpPr>
        <p:spPr>
          <a:xfrm>
            <a:off x="8435520" y="3207600"/>
            <a:ext cx="1401840" cy="2089440"/>
          </a:xfrm>
          <a:custGeom>
            <a:avLst/>
            <a:gdLst>
              <a:gd name="textAreaLeft" fmla="*/ 0 w 1401840"/>
              <a:gd name="textAreaRight" fmla="*/ 1402560 w 1401840"/>
              <a:gd name="textAreaTop" fmla="*/ 0 h 2089440"/>
              <a:gd name="textAreaBottom" fmla="*/ 2090160 h 20894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57" name=""/>
          <p:cNvSpPr/>
          <p:nvPr/>
        </p:nvSpPr>
        <p:spPr>
          <a:xfrm>
            <a:off x="9065520" y="4984920"/>
            <a:ext cx="73404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"/>
          <p:cNvSpPr/>
          <p:nvPr/>
        </p:nvSpPr>
        <p:spPr>
          <a:xfrm rot="16200000">
            <a:off x="7971480" y="4131360"/>
            <a:ext cx="1145520" cy="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"/>
          <p:cNvSpPr/>
          <p:nvPr/>
        </p:nvSpPr>
        <p:spPr>
          <a:xfrm>
            <a:off x="9209160" y="5225760"/>
            <a:ext cx="360" cy="108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0" name=""/>
          <p:cNvSpPr/>
          <p:nvPr/>
        </p:nvSpPr>
        <p:spPr>
          <a:xfrm>
            <a:off x="8373600" y="4455720"/>
            <a:ext cx="1076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1" name=""/>
          <p:cNvSpPr/>
          <p:nvPr/>
        </p:nvSpPr>
        <p:spPr>
          <a:xfrm>
            <a:off x="8448840" y="3392640"/>
            <a:ext cx="1388520" cy="1639440"/>
          </a:xfrm>
          <a:custGeom>
            <a:avLst/>
            <a:gdLst>
              <a:gd name="textAreaLeft" fmla="*/ 0 w 1388520"/>
              <a:gd name="textAreaRight" fmla="*/ 1389240 w 1388520"/>
              <a:gd name="textAreaTop" fmla="*/ 0 h 1639440"/>
              <a:gd name="textAreaBottom" fmla="*/ 1640160 h 1639440"/>
            </a:gdLst>
            <a:ahLst/>
            <a:cxnLst/>
            <a:rect l="textAreaLeft" t="textAreaTop" r="textAreaRight" b="textAreaBottom"/>
            <a:pathLst>
              <a:path fill="none" w="7555" h="6384">
                <a:moveTo>
                  <a:pt x="0" y="5437"/>
                </a:moveTo>
                <a:cubicBezTo>
                  <a:pt x="2519" y="9321"/>
                  <a:pt x="7555" y="0"/>
                  <a:pt x="7555" y="0"/>
                </a:cubicBezTo>
              </a:path>
            </a:pathLst>
          </a:custGeom>
          <a:noFill/>
          <a:ln w="12600">
            <a:solidFill>
              <a:srgbClr val="8611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2" name=""/>
          <p:cNvSpPr/>
          <p:nvPr/>
        </p:nvSpPr>
        <p:spPr>
          <a:xfrm>
            <a:off x="8415000" y="5037120"/>
            <a:ext cx="327600" cy="232920"/>
          </a:xfrm>
          <a:custGeom>
            <a:avLst/>
            <a:gdLst>
              <a:gd name="textAreaLeft" fmla="*/ 0 w 327600"/>
              <a:gd name="textAreaRight" fmla="*/ 328320 w 327600"/>
              <a:gd name="textAreaTop" fmla="*/ 0 h 232920"/>
              <a:gd name="textAreaBottom" fmla="*/ 233640 h 232920"/>
            </a:gdLst>
            <a:ahLst/>
            <a:cxnLst/>
            <a:rect l="textAreaLeft" t="textAreaTop" r="textAreaRight" b="textAreaBottom"/>
            <a:pathLst>
              <a:path fill="none" w="1570" h="1122">
                <a:moveTo>
                  <a:pt x="1570" y="1122"/>
                </a:moveTo>
                <a:lnTo>
                  <a:pt x="1570" y="0"/>
                </a:lnTo>
                <a:lnTo>
                  <a:pt x="0" y="0"/>
                </a:lnTo>
              </a:path>
            </a:pathLst>
          </a:custGeom>
          <a:noFill/>
          <a:ln w="0">
            <a:solidFill>
              <a:srgbClr val="f10d0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3" name=""/>
          <p:cNvSpPr/>
          <p:nvPr/>
        </p:nvSpPr>
        <p:spPr>
          <a:xfrm>
            <a:off x="9148320" y="4610520"/>
            <a:ext cx="129960" cy="1303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4" name=""/>
          <p:cNvSpPr/>
          <p:nvPr/>
        </p:nvSpPr>
        <p:spPr>
          <a:xfrm>
            <a:off x="8683920" y="4964400"/>
            <a:ext cx="129960" cy="1292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5" name=""/>
          <p:cNvSpPr/>
          <p:nvPr/>
        </p:nvSpPr>
        <p:spPr>
          <a:xfrm>
            <a:off x="7653240" y="5225760"/>
            <a:ext cx="360" cy="108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6" name=""/>
          <p:cNvSpPr/>
          <p:nvPr/>
        </p:nvSpPr>
        <p:spPr>
          <a:xfrm>
            <a:off x="7509600" y="5001480"/>
            <a:ext cx="73404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"/>
          <p:cNvSpPr/>
          <p:nvPr/>
        </p:nvSpPr>
        <p:spPr>
          <a:xfrm flipV="1">
            <a:off x="6875280" y="1514520"/>
            <a:ext cx="1345320" cy="70092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8" name=""/>
          <p:cNvSpPr/>
          <p:nvPr/>
        </p:nvSpPr>
        <p:spPr>
          <a:xfrm>
            <a:off x="6883200" y="794160"/>
            <a:ext cx="1417320" cy="1856160"/>
          </a:xfrm>
          <a:custGeom>
            <a:avLst/>
            <a:gdLst>
              <a:gd name="textAreaLeft" fmla="*/ 0 w 1417320"/>
              <a:gd name="textAreaRight" fmla="*/ 1418040 w 1417320"/>
              <a:gd name="textAreaTop" fmla="*/ 0 h 1856160"/>
              <a:gd name="textAreaBottom" fmla="*/ 1856880 h 18561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9" name=""/>
          <p:cNvSpPr/>
          <p:nvPr/>
        </p:nvSpPr>
        <p:spPr>
          <a:xfrm>
            <a:off x="7608960" y="1349280"/>
            <a:ext cx="127080" cy="1267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0" name=""/>
          <p:cNvSpPr/>
          <p:nvPr/>
        </p:nvSpPr>
        <p:spPr>
          <a:xfrm flipV="1">
            <a:off x="7671960" y="1493640"/>
            <a:ext cx="360" cy="2620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1" name=""/>
          <p:cNvSpPr/>
          <p:nvPr/>
        </p:nvSpPr>
        <p:spPr>
          <a:xfrm>
            <a:off x="6890760" y="1684080"/>
            <a:ext cx="49392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"/>
          <p:cNvSpPr/>
          <p:nvPr/>
        </p:nvSpPr>
        <p:spPr>
          <a:xfrm>
            <a:off x="7458120" y="2344320"/>
            <a:ext cx="6703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"/>
          <p:cNvSpPr/>
          <p:nvPr/>
        </p:nvSpPr>
        <p:spPr>
          <a:xfrm>
            <a:off x="7651440" y="1436400"/>
            <a:ext cx="56520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δA</a:t>
            </a:r>
            <a:r>
              <a:rPr b="0" lang="en-US" sz="105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"/>
          <p:cNvSpPr/>
          <p:nvPr/>
        </p:nvSpPr>
        <p:spPr>
          <a:xfrm rot="20099400">
            <a:off x="7692120" y="1583640"/>
            <a:ext cx="7113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t">
            <a:noAutofit/>
          </a:bodyPr>
          <a:p>
            <a:pPr>
              <a:lnSpc>
                <a:spcPct val="100000"/>
              </a:lnSpc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Slope = α</a:t>
            </a:r>
            <a:r>
              <a:rPr b="0" lang="en-US" sz="9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"/>
          <p:cNvSpPr/>
          <p:nvPr/>
        </p:nvSpPr>
        <p:spPr>
          <a:xfrm>
            <a:off x="7659000" y="2616840"/>
            <a:ext cx="360" cy="1051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6" name=""/>
          <p:cNvSpPr/>
          <p:nvPr/>
        </p:nvSpPr>
        <p:spPr>
          <a:xfrm>
            <a:off x="6836400" y="1830240"/>
            <a:ext cx="10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7" name=""/>
          <p:cNvSpPr/>
          <p:nvPr/>
        </p:nvSpPr>
        <p:spPr>
          <a:xfrm>
            <a:off x="228600" y="4334400"/>
            <a:ext cx="753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"/>
          <p:cNvSpPr/>
          <p:nvPr/>
        </p:nvSpPr>
        <p:spPr>
          <a:xfrm>
            <a:off x="878400" y="348480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"/>
          <p:cNvSpPr/>
          <p:nvPr/>
        </p:nvSpPr>
        <p:spPr>
          <a:xfrm flipV="1">
            <a:off x="577800" y="3935520"/>
            <a:ext cx="753840" cy="378360"/>
          </a:xfrm>
          <a:custGeom>
            <a:avLst/>
            <a:gdLst>
              <a:gd name="textAreaLeft" fmla="*/ 0 w 753840"/>
              <a:gd name="textAreaRight" fmla="*/ 754920 w 75384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0" name=""/>
          <p:cNvSpPr/>
          <p:nvPr/>
        </p:nvSpPr>
        <p:spPr>
          <a:xfrm>
            <a:off x="1524600" y="4334400"/>
            <a:ext cx="636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"/>
          <p:cNvSpPr/>
          <p:nvPr/>
        </p:nvSpPr>
        <p:spPr>
          <a:xfrm flipH="1" flipV="1">
            <a:off x="1365840" y="3935520"/>
            <a:ext cx="497160" cy="378360"/>
          </a:xfrm>
          <a:custGeom>
            <a:avLst/>
            <a:gdLst>
              <a:gd name="textAreaLeft" fmla="*/ -720 w 497160"/>
              <a:gd name="textAreaRight" fmla="*/ 497520 w 4971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2" name=""/>
          <p:cNvSpPr/>
          <p:nvPr/>
        </p:nvSpPr>
        <p:spPr>
          <a:xfrm>
            <a:off x="2282400" y="348480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"/>
          <p:cNvSpPr/>
          <p:nvPr/>
        </p:nvSpPr>
        <p:spPr>
          <a:xfrm flipH="1" flipV="1">
            <a:off x="2737440" y="3935520"/>
            <a:ext cx="241560" cy="378360"/>
          </a:xfrm>
          <a:custGeom>
            <a:avLst/>
            <a:gdLst>
              <a:gd name="textAreaLeft" fmla="*/ -720 w 241560"/>
              <a:gd name="textAreaRight" fmla="*/ 241920 w 2415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4" name=""/>
          <p:cNvSpPr/>
          <p:nvPr/>
        </p:nvSpPr>
        <p:spPr>
          <a:xfrm>
            <a:off x="1792800" y="371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5" name=""/>
          <p:cNvSpPr/>
          <p:nvPr/>
        </p:nvSpPr>
        <p:spPr>
          <a:xfrm>
            <a:off x="228600" y="3429000"/>
            <a:ext cx="456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"/>
          <p:cNvSpPr/>
          <p:nvPr/>
        </p:nvSpPr>
        <p:spPr>
          <a:xfrm>
            <a:off x="948600" y="130500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"/>
          <p:cNvSpPr/>
          <p:nvPr/>
        </p:nvSpPr>
        <p:spPr>
          <a:xfrm>
            <a:off x="3936960" y="234936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"/>
          <p:cNvSpPr/>
          <p:nvPr/>
        </p:nvSpPr>
        <p:spPr>
          <a:xfrm>
            <a:off x="7086240" y="537120"/>
            <a:ext cx="4024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"/>
          <p:cNvSpPr/>
          <p:nvPr/>
        </p:nvSpPr>
        <p:spPr>
          <a:xfrm>
            <a:off x="7086600" y="2923200"/>
            <a:ext cx="4024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"/>
          <p:cNvSpPr/>
          <p:nvPr/>
        </p:nvSpPr>
        <p:spPr>
          <a:xfrm>
            <a:off x="2640960" y="4334760"/>
            <a:ext cx="6595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E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"/>
          <p:cNvSpPr/>
          <p:nvPr/>
        </p:nvSpPr>
        <p:spPr>
          <a:xfrm>
            <a:off x="2854800" y="3986640"/>
            <a:ext cx="32184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"/>
          <p:cNvSpPr/>
          <p:nvPr/>
        </p:nvSpPr>
        <p:spPr>
          <a:xfrm rot="16200000">
            <a:off x="5734440" y="1325160"/>
            <a:ext cx="1823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From all Cepheids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"/>
          <p:cNvSpPr/>
          <p:nvPr/>
        </p:nvSpPr>
        <p:spPr>
          <a:xfrm rot="16200000">
            <a:off x="5734440" y="3918240"/>
            <a:ext cx="1823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Individual Cepheids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PlaceHolder 9"/>
          <p:cNvSpPr/>
          <p:nvPr/>
        </p:nvSpPr>
        <p:spPr>
          <a:xfrm>
            <a:off x="1080" y="180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"/>
          <p:cNvSpPr/>
          <p:nvPr/>
        </p:nvSpPr>
        <p:spPr>
          <a:xfrm>
            <a:off x="5516280" y="5029560"/>
            <a:ext cx="1145160" cy="609840"/>
          </a:xfrm>
          <a:prstGeom prst="ellipse">
            <a:avLst/>
          </a:prstGeom>
          <a:solidFill>
            <a:srgbClr val="f6f9d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6" name=""/>
          <p:cNvSpPr/>
          <p:nvPr/>
        </p:nvSpPr>
        <p:spPr>
          <a:xfrm>
            <a:off x="5513400" y="5130720"/>
            <a:ext cx="1148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(δμ, δE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2F644EBA-31FD-4524-A97D-36C533B8F27A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"/>
          <p:cNvSpPr/>
          <p:nvPr/>
        </p:nvSpPr>
        <p:spPr>
          <a:xfrm>
            <a:off x="5516280" y="5029200"/>
            <a:ext cx="1145160" cy="609840"/>
          </a:xfrm>
          <a:prstGeom prst="ellipse">
            <a:avLst/>
          </a:prstGeom>
          <a:solidFill>
            <a:srgbClr val="f6f9d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8" name=""/>
          <p:cNvSpPr/>
          <p:nvPr/>
        </p:nvSpPr>
        <p:spPr>
          <a:xfrm>
            <a:off x="78480" y="3369600"/>
            <a:ext cx="3545640" cy="1632240"/>
          </a:xfrm>
          <a:prstGeom prst="rect">
            <a:avLst/>
          </a:prstGeom>
          <a:solidFill>
            <a:srgbClr val="f7d1d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9" name=""/>
          <p:cNvSpPr/>
          <p:nvPr/>
        </p:nvSpPr>
        <p:spPr>
          <a:xfrm>
            <a:off x="6801840" y="2920320"/>
            <a:ext cx="3310920" cy="2549520"/>
          </a:xfrm>
          <a:custGeom>
            <a:avLst/>
            <a:gdLst>
              <a:gd name="textAreaLeft" fmla="*/ 0 w 3310920"/>
              <a:gd name="textAreaRight" fmla="*/ 3311640 w 3310920"/>
              <a:gd name="textAreaTop" fmla="*/ 0 h 2549520"/>
              <a:gd name="textAreaBottom" fmla="*/ 2550240 h 2549520"/>
            </a:gdLst>
            <a:ahLst/>
            <a:cxnLst/>
            <a:rect l="textAreaLeft" t="textAreaTop" r="textAreaRight" b="textAreaBottom"/>
            <a:pathLst>
              <a:path w="2804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4440" y="21600"/>
                </a:lnTo>
                <a:arcTo wR="2840" hR="3600" stAng="5400000" swAng="5400000"/>
                <a:lnTo>
                  <a:pt x="21600" y="3600"/>
                </a:lnTo>
                <a:arcTo wR="2840" hR="3600" stAng="10800000" swAng="5400000"/>
                <a:close/>
              </a:path>
            </a:pathLst>
          </a:custGeom>
          <a:solidFill>
            <a:srgbClr val="bbe33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0" name=""/>
          <p:cNvSpPr/>
          <p:nvPr/>
        </p:nvSpPr>
        <p:spPr>
          <a:xfrm>
            <a:off x="6767280" y="493200"/>
            <a:ext cx="3310920" cy="2354040"/>
          </a:xfrm>
          <a:custGeom>
            <a:avLst/>
            <a:gdLst>
              <a:gd name="textAreaLeft" fmla="*/ 0 w 3310920"/>
              <a:gd name="textAreaRight" fmla="*/ 3311640 w 3310920"/>
              <a:gd name="textAreaTop" fmla="*/ 0 h 2354040"/>
              <a:gd name="textAreaBottom" fmla="*/ 2354760 h 2354040"/>
            </a:gdLst>
            <a:ahLst/>
            <a:cxnLst/>
            <a:rect l="textAreaLeft" t="textAreaTop" r="textAreaRight" b="textAreaBottom"/>
            <a:pathLst>
              <a:path w="30362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6762" y="21600"/>
                </a:lnTo>
                <a:arcTo wR="5162" hR="3600" stAng="5400000" swAng="5400000"/>
                <a:lnTo>
                  <a:pt x="21600" y="3600"/>
                </a:lnTo>
                <a:arcTo wR="5162" hR="3600" stAng="10800000" swAng="5400000"/>
                <a:close/>
              </a:path>
            </a:pathLst>
          </a:custGeom>
          <a:solidFill>
            <a:srgbClr val="81ac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1" name=""/>
          <p:cNvSpPr/>
          <p:nvPr/>
        </p:nvSpPr>
        <p:spPr>
          <a:xfrm>
            <a:off x="3304080" y="1371600"/>
            <a:ext cx="3177360" cy="3196440"/>
          </a:xfrm>
          <a:custGeom>
            <a:avLst/>
            <a:gdLst>
              <a:gd name="textAreaLeft" fmla="*/ 0 w 3177360"/>
              <a:gd name="textAreaRight" fmla="*/ 3178440 w 3177360"/>
              <a:gd name="textAreaTop" fmla="*/ 0 h 3196440"/>
              <a:gd name="textAreaBottom" fmla="*/ 3197520 h 31964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2" name=""/>
          <p:cNvSpPr/>
          <p:nvPr/>
        </p:nvSpPr>
        <p:spPr>
          <a:xfrm>
            <a:off x="829800" y="1222200"/>
            <a:ext cx="2446920" cy="1488240"/>
          </a:xfrm>
          <a:prstGeom prst="rect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3" name=""/>
          <p:cNvSpPr/>
          <p:nvPr/>
        </p:nvSpPr>
        <p:spPr>
          <a:xfrm>
            <a:off x="3612600" y="2714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logP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"/>
          <p:cNvSpPr/>
          <p:nvPr/>
        </p:nvSpPr>
        <p:spPr>
          <a:xfrm>
            <a:off x="878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"/>
          <p:cNvSpPr/>
          <p:nvPr/>
        </p:nvSpPr>
        <p:spPr>
          <a:xfrm>
            <a:off x="2282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"/>
          <p:cNvSpPr/>
          <p:nvPr/>
        </p:nvSpPr>
        <p:spPr>
          <a:xfrm flipV="1">
            <a:off x="1335240" y="249660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7" name=""/>
          <p:cNvSpPr/>
          <p:nvPr/>
        </p:nvSpPr>
        <p:spPr>
          <a:xfrm flipV="1">
            <a:off x="2742840" y="249660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8" name=""/>
          <p:cNvSpPr/>
          <p:nvPr/>
        </p:nvSpPr>
        <p:spPr>
          <a:xfrm>
            <a:off x="1560600" y="1346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"/>
          <p:cNvSpPr/>
          <p:nvPr/>
        </p:nvSpPr>
        <p:spPr>
          <a:xfrm flipH="1">
            <a:off x="1293120" y="1539000"/>
            <a:ext cx="256680" cy="537480"/>
          </a:xfrm>
          <a:custGeom>
            <a:avLst/>
            <a:gdLst>
              <a:gd name="textAreaLeft" fmla="*/ -720 w 256680"/>
              <a:gd name="textAreaRight" fmla="*/ 257040 w 2566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0" name=""/>
          <p:cNvSpPr/>
          <p:nvPr/>
        </p:nvSpPr>
        <p:spPr>
          <a:xfrm>
            <a:off x="2475000" y="1503000"/>
            <a:ext cx="224280" cy="537480"/>
          </a:xfrm>
          <a:custGeom>
            <a:avLst/>
            <a:gdLst>
              <a:gd name="textAreaLeft" fmla="*/ 0 w 224280"/>
              <a:gd name="textAreaRight" fmla="*/ 225360 w 2242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1" name=""/>
          <p:cNvSpPr/>
          <p:nvPr/>
        </p:nvSpPr>
        <p:spPr>
          <a:xfrm>
            <a:off x="4150800" y="3051000"/>
            <a:ext cx="1451520" cy="1402920"/>
          </a:xfrm>
          <a:custGeom>
            <a:avLst/>
            <a:gdLst>
              <a:gd name="textAreaLeft" fmla="*/ 0 w 1451520"/>
              <a:gd name="textAreaRight" fmla="*/ 1452600 w 1451520"/>
              <a:gd name="textAreaTop" fmla="*/ 0 h 1402920"/>
              <a:gd name="textAreaBottom" fmla="*/ 1404000 h 1402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PL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"/>
          <p:cNvSpPr/>
          <p:nvPr/>
        </p:nvSpPr>
        <p:spPr>
          <a:xfrm>
            <a:off x="4187160" y="14925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PW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"/>
          <p:cNvSpPr/>
          <p:nvPr/>
        </p:nvSpPr>
        <p:spPr>
          <a:xfrm flipV="1">
            <a:off x="3196800" y="2236320"/>
            <a:ext cx="913680" cy="26280"/>
          </a:xfrm>
          <a:custGeom>
            <a:avLst/>
            <a:gdLst>
              <a:gd name="textAreaLeft" fmla="*/ 0 w 913680"/>
              <a:gd name="textAreaRight" fmla="*/ 914760 w 913680"/>
              <a:gd name="textAreaTop" fmla="*/ -72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4" name=""/>
          <p:cNvSpPr/>
          <p:nvPr/>
        </p:nvSpPr>
        <p:spPr>
          <a:xfrm flipV="1">
            <a:off x="3612600" y="2237760"/>
            <a:ext cx="497880" cy="496800"/>
          </a:xfrm>
          <a:custGeom>
            <a:avLst/>
            <a:gdLst>
              <a:gd name="textAreaLeft" fmla="*/ 0 w 497880"/>
              <a:gd name="textAreaRight" fmla="*/ 498960 w 497880"/>
              <a:gd name="textAreaTop" fmla="*/ 720 h 496800"/>
              <a:gd name="textAreaBottom" fmla="*/ 498600 h 496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5" name=""/>
          <p:cNvSpPr/>
          <p:nvPr/>
        </p:nvSpPr>
        <p:spPr>
          <a:xfrm flipV="1">
            <a:off x="3196800" y="3701520"/>
            <a:ext cx="950040" cy="360"/>
          </a:xfrm>
          <a:custGeom>
            <a:avLst/>
            <a:gdLst>
              <a:gd name="textAreaLeft" fmla="*/ 0 w 950040"/>
              <a:gd name="textAreaRight" fmla="*/ 951120 w 950040"/>
              <a:gd name="textAreaTop" fmla="*/ -2520 h 360"/>
              <a:gd name="textAreaBottom" fmla="*/ 36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6" name=""/>
          <p:cNvSpPr/>
          <p:nvPr/>
        </p:nvSpPr>
        <p:spPr>
          <a:xfrm>
            <a:off x="3612600" y="3170880"/>
            <a:ext cx="534240" cy="534960"/>
          </a:xfrm>
          <a:custGeom>
            <a:avLst/>
            <a:gdLst>
              <a:gd name="textAreaLeft" fmla="*/ 0 w 534240"/>
              <a:gd name="textAreaRight" fmla="*/ 535320 w 534240"/>
              <a:gd name="textAreaTop" fmla="*/ 0 h 534960"/>
              <a:gd name="textAreaBottom" fmla="*/ 536040 h 534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7" name=""/>
          <p:cNvSpPr/>
          <p:nvPr/>
        </p:nvSpPr>
        <p:spPr>
          <a:xfrm>
            <a:off x="4968000" y="22647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(Δ-Δ)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"/>
          <p:cNvSpPr/>
          <p:nvPr/>
        </p:nvSpPr>
        <p:spPr>
          <a:xfrm>
            <a:off x="1792800" y="227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9" name=""/>
          <p:cNvSpPr/>
          <p:nvPr/>
        </p:nvSpPr>
        <p:spPr>
          <a:xfrm>
            <a:off x="6616800" y="565200"/>
            <a:ext cx="216000" cy="4674600"/>
          </a:xfrm>
          <a:custGeom>
            <a:avLst/>
            <a:gdLst>
              <a:gd name="textAreaLeft" fmla="*/ 0 w 216000"/>
              <a:gd name="textAreaRight" fmla="*/ 216720 w 216000"/>
              <a:gd name="textAreaTop" fmla="*/ 0 h 4674600"/>
              <a:gd name="textAreaBottom" fmla="*/ 4675680 h 46746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0" name=""/>
          <p:cNvSpPr/>
          <p:nvPr/>
        </p:nvSpPr>
        <p:spPr>
          <a:xfrm flipV="1">
            <a:off x="8608320" y="1096560"/>
            <a:ext cx="1104120" cy="152460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1" name=""/>
          <p:cNvSpPr/>
          <p:nvPr/>
        </p:nvSpPr>
        <p:spPr>
          <a:xfrm flipV="1">
            <a:off x="8427240" y="1277280"/>
            <a:ext cx="1299600" cy="131724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2" name=""/>
          <p:cNvSpPr/>
          <p:nvPr/>
        </p:nvSpPr>
        <p:spPr>
          <a:xfrm flipV="1">
            <a:off x="8427240" y="1407600"/>
            <a:ext cx="1285200" cy="101484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3" name=""/>
          <p:cNvSpPr/>
          <p:nvPr/>
        </p:nvSpPr>
        <p:spPr>
          <a:xfrm flipV="1">
            <a:off x="8383320" y="1473120"/>
            <a:ext cx="1333440" cy="8366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4" name=""/>
          <p:cNvSpPr/>
          <p:nvPr/>
        </p:nvSpPr>
        <p:spPr>
          <a:xfrm flipV="1">
            <a:off x="8510040" y="1222920"/>
            <a:ext cx="1202400" cy="138276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5" name=""/>
          <p:cNvSpPr/>
          <p:nvPr/>
        </p:nvSpPr>
        <p:spPr>
          <a:xfrm flipV="1">
            <a:off x="8383320" y="1538280"/>
            <a:ext cx="1343520" cy="6764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6" name=""/>
          <p:cNvSpPr/>
          <p:nvPr/>
        </p:nvSpPr>
        <p:spPr>
          <a:xfrm>
            <a:off x="8385480" y="794160"/>
            <a:ext cx="1451880" cy="1868400"/>
          </a:xfrm>
          <a:custGeom>
            <a:avLst/>
            <a:gdLst>
              <a:gd name="textAreaLeft" fmla="*/ 0 w 1451880"/>
              <a:gd name="textAreaRight" fmla="*/ 1452600 w 1451880"/>
              <a:gd name="textAreaTop" fmla="*/ 0 h 1868400"/>
              <a:gd name="textAreaBottom" fmla="*/ 1869120 h 186840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7" name=""/>
          <p:cNvSpPr/>
          <p:nvPr/>
        </p:nvSpPr>
        <p:spPr>
          <a:xfrm>
            <a:off x="8347320" y="1806120"/>
            <a:ext cx="10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8" name=""/>
          <p:cNvSpPr/>
          <p:nvPr/>
        </p:nvSpPr>
        <p:spPr>
          <a:xfrm>
            <a:off x="9203400" y="2601000"/>
            <a:ext cx="360" cy="1015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9" name=""/>
          <p:cNvSpPr/>
          <p:nvPr/>
        </p:nvSpPr>
        <p:spPr>
          <a:xfrm>
            <a:off x="8417520" y="1629360"/>
            <a:ext cx="5068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ΔM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"/>
          <p:cNvSpPr/>
          <p:nvPr/>
        </p:nvSpPr>
        <p:spPr>
          <a:xfrm>
            <a:off x="9020880" y="2320920"/>
            <a:ext cx="747000" cy="4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"/>
          <p:cNvSpPr/>
          <p:nvPr/>
        </p:nvSpPr>
        <p:spPr>
          <a:xfrm>
            <a:off x="6889680" y="3243600"/>
            <a:ext cx="1462320" cy="2041920"/>
          </a:xfrm>
          <a:custGeom>
            <a:avLst/>
            <a:gdLst>
              <a:gd name="textAreaLeft" fmla="*/ 0 w 1462320"/>
              <a:gd name="textAreaRight" fmla="*/ 1463040 w 1462320"/>
              <a:gd name="textAreaTop" fmla="*/ 0 h 2041920"/>
              <a:gd name="textAreaBottom" fmla="*/ 2042640 h 204192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2" name=""/>
          <p:cNvSpPr/>
          <p:nvPr/>
        </p:nvSpPr>
        <p:spPr>
          <a:xfrm rot="16200000">
            <a:off x="6505200" y="4115160"/>
            <a:ext cx="102168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δA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/ 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"/>
          <p:cNvSpPr/>
          <p:nvPr/>
        </p:nvSpPr>
        <p:spPr>
          <a:xfrm>
            <a:off x="10719000" y="2093400"/>
            <a:ext cx="360" cy="1324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4" name=""/>
          <p:cNvSpPr/>
          <p:nvPr/>
        </p:nvSpPr>
        <p:spPr>
          <a:xfrm>
            <a:off x="6826320" y="4448160"/>
            <a:ext cx="1105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5" name=""/>
          <p:cNvSpPr/>
          <p:nvPr/>
        </p:nvSpPr>
        <p:spPr>
          <a:xfrm flipV="1">
            <a:off x="6933600" y="3243600"/>
            <a:ext cx="1422000" cy="205128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6" name=""/>
          <p:cNvSpPr/>
          <p:nvPr/>
        </p:nvSpPr>
        <p:spPr>
          <a:xfrm flipV="1">
            <a:off x="6872760" y="3633480"/>
            <a:ext cx="1482840" cy="156708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7" name=""/>
          <p:cNvSpPr/>
          <p:nvPr/>
        </p:nvSpPr>
        <p:spPr>
          <a:xfrm flipV="1">
            <a:off x="6872760" y="3795840"/>
            <a:ext cx="1482840" cy="141228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8" name=""/>
          <p:cNvSpPr/>
          <p:nvPr/>
        </p:nvSpPr>
        <p:spPr>
          <a:xfrm flipV="1">
            <a:off x="6891840" y="3934080"/>
            <a:ext cx="1463760" cy="9338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9" name=""/>
          <p:cNvSpPr/>
          <p:nvPr/>
        </p:nvSpPr>
        <p:spPr>
          <a:xfrm flipV="1">
            <a:off x="6938280" y="3381840"/>
            <a:ext cx="1417680" cy="189576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0" name=""/>
          <p:cNvSpPr/>
          <p:nvPr/>
        </p:nvSpPr>
        <p:spPr>
          <a:xfrm flipV="1">
            <a:off x="6869880" y="4071960"/>
            <a:ext cx="1485720" cy="8877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1" name=""/>
          <p:cNvSpPr/>
          <p:nvPr/>
        </p:nvSpPr>
        <p:spPr>
          <a:xfrm>
            <a:off x="7358040" y="4563000"/>
            <a:ext cx="133560" cy="13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2" name=""/>
          <p:cNvSpPr/>
          <p:nvPr/>
        </p:nvSpPr>
        <p:spPr>
          <a:xfrm>
            <a:off x="7575480" y="422424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3" name=""/>
          <p:cNvSpPr/>
          <p:nvPr/>
        </p:nvSpPr>
        <p:spPr>
          <a:xfrm>
            <a:off x="7575480" y="431100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4" name=""/>
          <p:cNvSpPr/>
          <p:nvPr/>
        </p:nvSpPr>
        <p:spPr>
          <a:xfrm>
            <a:off x="7575480" y="4376160"/>
            <a:ext cx="133560" cy="13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5" name=""/>
          <p:cNvSpPr/>
          <p:nvPr/>
        </p:nvSpPr>
        <p:spPr>
          <a:xfrm>
            <a:off x="7575480" y="444168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6" name=""/>
          <p:cNvSpPr/>
          <p:nvPr/>
        </p:nvSpPr>
        <p:spPr>
          <a:xfrm>
            <a:off x="7575480" y="4202280"/>
            <a:ext cx="133560" cy="13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7" name=""/>
          <p:cNvSpPr/>
          <p:nvPr/>
        </p:nvSpPr>
        <p:spPr>
          <a:xfrm>
            <a:off x="9679680" y="956880"/>
            <a:ext cx="162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"/>
          <p:cNvSpPr/>
          <p:nvPr/>
        </p:nvSpPr>
        <p:spPr>
          <a:xfrm>
            <a:off x="9679680" y="1096200"/>
            <a:ext cx="1623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V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"/>
          <p:cNvSpPr/>
          <p:nvPr/>
        </p:nvSpPr>
        <p:spPr>
          <a:xfrm>
            <a:off x="9731520" y="1209960"/>
            <a:ext cx="124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"/>
          <p:cNvSpPr/>
          <p:nvPr/>
        </p:nvSpPr>
        <p:spPr>
          <a:xfrm>
            <a:off x="9711720" y="1314720"/>
            <a:ext cx="146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J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"/>
          <p:cNvSpPr/>
          <p:nvPr/>
        </p:nvSpPr>
        <p:spPr>
          <a:xfrm>
            <a:off x="9680040" y="1432080"/>
            <a:ext cx="167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440" bIns="8244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"/>
          <p:cNvSpPr/>
          <p:nvPr/>
        </p:nvSpPr>
        <p:spPr>
          <a:xfrm>
            <a:off x="9680040" y="1549800"/>
            <a:ext cx="162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"/>
          <p:cNvSpPr/>
          <p:nvPr/>
        </p:nvSpPr>
        <p:spPr>
          <a:xfrm>
            <a:off x="8435520" y="3207600"/>
            <a:ext cx="1401840" cy="2089440"/>
          </a:xfrm>
          <a:custGeom>
            <a:avLst/>
            <a:gdLst>
              <a:gd name="textAreaLeft" fmla="*/ 0 w 1401840"/>
              <a:gd name="textAreaRight" fmla="*/ 1402560 w 1401840"/>
              <a:gd name="textAreaTop" fmla="*/ 0 h 2089440"/>
              <a:gd name="textAreaBottom" fmla="*/ 2090160 h 20894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4" name=""/>
          <p:cNvSpPr/>
          <p:nvPr/>
        </p:nvSpPr>
        <p:spPr>
          <a:xfrm>
            <a:off x="9065520" y="4984920"/>
            <a:ext cx="73404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"/>
          <p:cNvSpPr/>
          <p:nvPr/>
        </p:nvSpPr>
        <p:spPr>
          <a:xfrm rot="16200000">
            <a:off x="7971480" y="4131360"/>
            <a:ext cx="1145520" cy="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"/>
          <p:cNvSpPr/>
          <p:nvPr/>
        </p:nvSpPr>
        <p:spPr>
          <a:xfrm>
            <a:off x="9209160" y="5225760"/>
            <a:ext cx="360" cy="108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7" name=""/>
          <p:cNvSpPr/>
          <p:nvPr/>
        </p:nvSpPr>
        <p:spPr>
          <a:xfrm>
            <a:off x="8373600" y="4455720"/>
            <a:ext cx="1076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8" name=""/>
          <p:cNvSpPr/>
          <p:nvPr/>
        </p:nvSpPr>
        <p:spPr>
          <a:xfrm>
            <a:off x="8448840" y="3392640"/>
            <a:ext cx="1388520" cy="1639440"/>
          </a:xfrm>
          <a:custGeom>
            <a:avLst/>
            <a:gdLst>
              <a:gd name="textAreaLeft" fmla="*/ 0 w 1388520"/>
              <a:gd name="textAreaRight" fmla="*/ 1389240 w 1388520"/>
              <a:gd name="textAreaTop" fmla="*/ 0 h 1639440"/>
              <a:gd name="textAreaBottom" fmla="*/ 1640160 h 1639440"/>
            </a:gdLst>
            <a:ahLst/>
            <a:cxnLst/>
            <a:rect l="textAreaLeft" t="textAreaTop" r="textAreaRight" b="textAreaBottom"/>
            <a:pathLst>
              <a:path fill="none" w="7555" h="6384">
                <a:moveTo>
                  <a:pt x="0" y="5437"/>
                </a:moveTo>
                <a:cubicBezTo>
                  <a:pt x="2519" y="9321"/>
                  <a:pt x="7555" y="0"/>
                  <a:pt x="7555" y="0"/>
                </a:cubicBezTo>
              </a:path>
            </a:pathLst>
          </a:custGeom>
          <a:noFill/>
          <a:ln w="12600">
            <a:solidFill>
              <a:srgbClr val="8611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9" name=""/>
          <p:cNvSpPr/>
          <p:nvPr/>
        </p:nvSpPr>
        <p:spPr>
          <a:xfrm>
            <a:off x="8415000" y="5037120"/>
            <a:ext cx="327600" cy="232920"/>
          </a:xfrm>
          <a:custGeom>
            <a:avLst/>
            <a:gdLst>
              <a:gd name="textAreaLeft" fmla="*/ 0 w 327600"/>
              <a:gd name="textAreaRight" fmla="*/ 328320 w 327600"/>
              <a:gd name="textAreaTop" fmla="*/ 0 h 232920"/>
              <a:gd name="textAreaBottom" fmla="*/ 233640 h 232920"/>
            </a:gdLst>
            <a:ahLst/>
            <a:cxnLst/>
            <a:rect l="textAreaLeft" t="textAreaTop" r="textAreaRight" b="textAreaBottom"/>
            <a:pathLst>
              <a:path fill="none" w="1570" h="1122">
                <a:moveTo>
                  <a:pt x="1570" y="1122"/>
                </a:moveTo>
                <a:lnTo>
                  <a:pt x="1570" y="0"/>
                </a:lnTo>
                <a:lnTo>
                  <a:pt x="0" y="0"/>
                </a:lnTo>
              </a:path>
            </a:pathLst>
          </a:custGeom>
          <a:noFill/>
          <a:ln w="0">
            <a:solidFill>
              <a:srgbClr val="f10d0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0" name=""/>
          <p:cNvSpPr/>
          <p:nvPr/>
        </p:nvSpPr>
        <p:spPr>
          <a:xfrm>
            <a:off x="9148320" y="4610520"/>
            <a:ext cx="129960" cy="1303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1" name=""/>
          <p:cNvSpPr/>
          <p:nvPr/>
        </p:nvSpPr>
        <p:spPr>
          <a:xfrm>
            <a:off x="8683920" y="4964400"/>
            <a:ext cx="129960" cy="1292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2" name=""/>
          <p:cNvSpPr/>
          <p:nvPr/>
        </p:nvSpPr>
        <p:spPr>
          <a:xfrm>
            <a:off x="7653240" y="5225760"/>
            <a:ext cx="360" cy="108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3" name=""/>
          <p:cNvSpPr/>
          <p:nvPr/>
        </p:nvSpPr>
        <p:spPr>
          <a:xfrm>
            <a:off x="7509600" y="5001480"/>
            <a:ext cx="73404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"/>
          <p:cNvSpPr/>
          <p:nvPr/>
        </p:nvSpPr>
        <p:spPr>
          <a:xfrm flipV="1">
            <a:off x="6875280" y="1514520"/>
            <a:ext cx="1345320" cy="70092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5" name=""/>
          <p:cNvSpPr/>
          <p:nvPr/>
        </p:nvSpPr>
        <p:spPr>
          <a:xfrm>
            <a:off x="6883200" y="794160"/>
            <a:ext cx="1417320" cy="1856160"/>
          </a:xfrm>
          <a:custGeom>
            <a:avLst/>
            <a:gdLst>
              <a:gd name="textAreaLeft" fmla="*/ 0 w 1417320"/>
              <a:gd name="textAreaRight" fmla="*/ 1418040 w 1417320"/>
              <a:gd name="textAreaTop" fmla="*/ 0 h 1856160"/>
              <a:gd name="textAreaBottom" fmla="*/ 1856880 h 18561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6" name=""/>
          <p:cNvSpPr/>
          <p:nvPr/>
        </p:nvSpPr>
        <p:spPr>
          <a:xfrm>
            <a:off x="7608960" y="1349280"/>
            <a:ext cx="127080" cy="1267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7" name=""/>
          <p:cNvSpPr/>
          <p:nvPr/>
        </p:nvSpPr>
        <p:spPr>
          <a:xfrm flipV="1">
            <a:off x="7671960" y="1493640"/>
            <a:ext cx="360" cy="2620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8" name=""/>
          <p:cNvSpPr/>
          <p:nvPr/>
        </p:nvSpPr>
        <p:spPr>
          <a:xfrm>
            <a:off x="6890760" y="1684080"/>
            <a:ext cx="49392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"/>
          <p:cNvSpPr/>
          <p:nvPr/>
        </p:nvSpPr>
        <p:spPr>
          <a:xfrm>
            <a:off x="7458120" y="2344320"/>
            <a:ext cx="6703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"/>
          <p:cNvSpPr/>
          <p:nvPr/>
        </p:nvSpPr>
        <p:spPr>
          <a:xfrm>
            <a:off x="7651440" y="1436400"/>
            <a:ext cx="56520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δA</a:t>
            </a:r>
            <a:r>
              <a:rPr b="0" lang="en-US" sz="105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"/>
          <p:cNvSpPr/>
          <p:nvPr/>
        </p:nvSpPr>
        <p:spPr>
          <a:xfrm rot="20099400">
            <a:off x="7692120" y="1583640"/>
            <a:ext cx="7113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t">
            <a:noAutofit/>
          </a:bodyPr>
          <a:p>
            <a:pPr>
              <a:lnSpc>
                <a:spcPct val="100000"/>
              </a:lnSpc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Slope = α</a:t>
            </a:r>
            <a:r>
              <a:rPr b="0" lang="en-US" sz="9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"/>
          <p:cNvSpPr/>
          <p:nvPr/>
        </p:nvSpPr>
        <p:spPr>
          <a:xfrm>
            <a:off x="7659000" y="2616840"/>
            <a:ext cx="360" cy="1051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3" name=""/>
          <p:cNvSpPr/>
          <p:nvPr/>
        </p:nvSpPr>
        <p:spPr>
          <a:xfrm>
            <a:off x="6836400" y="1830240"/>
            <a:ext cx="10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4" name=""/>
          <p:cNvSpPr/>
          <p:nvPr/>
        </p:nvSpPr>
        <p:spPr>
          <a:xfrm>
            <a:off x="5513400" y="5130360"/>
            <a:ext cx="1148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(δμ, δE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"/>
          <p:cNvSpPr/>
          <p:nvPr/>
        </p:nvSpPr>
        <p:spPr>
          <a:xfrm>
            <a:off x="228600" y="4334400"/>
            <a:ext cx="753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"/>
          <p:cNvSpPr/>
          <p:nvPr/>
        </p:nvSpPr>
        <p:spPr>
          <a:xfrm>
            <a:off x="878400" y="348480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"/>
          <p:cNvSpPr/>
          <p:nvPr/>
        </p:nvSpPr>
        <p:spPr>
          <a:xfrm flipV="1">
            <a:off x="577800" y="3935520"/>
            <a:ext cx="753840" cy="378360"/>
          </a:xfrm>
          <a:custGeom>
            <a:avLst/>
            <a:gdLst>
              <a:gd name="textAreaLeft" fmla="*/ 0 w 753840"/>
              <a:gd name="textAreaRight" fmla="*/ 754920 w 75384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8" name=""/>
          <p:cNvSpPr/>
          <p:nvPr/>
        </p:nvSpPr>
        <p:spPr>
          <a:xfrm>
            <a:off x="1524600" y="4334400"/>
            <a:ext cx="636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"/>
          <p:cNvSpPr/>
          <p:nvPr/>
        </p:nvSpPr>
        <p:spPr>
          <a:xfrm flipH="1" flipV="1">
            <a:off x="1365840" y="3935520"/>
            <a:ext cx="497160" cy="378360"/>
          </a:xfrm>
          <a:custGeom>
            <a:avLst/>
            <a:gdLst>
              <a:gd name="textAreaLeft" fmla="*/ -720 w 497160"/>
              <a:gd name="textAreaRight" fmla="*/ 497520 w 4971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0" name=""/>
          <p:cNvSpPr/>
          <p:nvPr/>
        </p:nvSpPr>
        <p:spPr>
          <a:xfrm>
            <a:off x="2282400" y="348480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"/>
          <p:cNvSpPr/>
          <p:nvPr/>
        </p:nvSpPr>
        <p:spPr>
          <a:xfrm flipH="1" flipV="1">
            <a:off x="2737440" y="3935520"/>
            <a:ext cx="241560" cy="378360"/>
          </a:xfrm>
          <a:custGeom>
            <a:avLst/>
            <a:gdLst>
              <a:gd name="textAreaLeft" fmla="*/ -720 w 241560"/>
              <a:gd name="textAreaRight" fmla="*/ 241920 w 2415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2" name=""/>
          <p:cNvSpPr/>
          <p:nvPr/>
        </p:nvSpPr>
        <p:spPr>
          <a:xfrm>
            <a:off x="1792800" y="371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3" name=""/>
          <p:cNvSpPr/>
          <p:nvPr/>
        </p:nvSpPr>
        <p:spPr>
          <a:xfrm>
            <a:off x="3972600" y="5077800"/>
            <a:ext cx="932040" cy="552960"/>
          </a:xfrm>
          <a:prstGeom prst="ellipse">
            <a:avLst/>
          </a:prstGeom>
          <a:solidFill>
            <a:srgbClr val="f6f9d4"/>
          </a:solidFill>
          <a:ln w="0">
            <a:solidFill>
              <a:srgbClr val="3a1a0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1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1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"/>
          <p:cNvSpPr/>
          <p:nvPr/>
        </p:nvSpPr>
        <p:spPr>
          <a:xfrm>
            <a:off x="1828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5" name=""/>
          <p:cNvSpPr/>
          <p:nvPr/>
        </p:nvSpPr>
        <p:spPr>
          <a:xfrm>
            <a:off x="2944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6" name=""/>
          <p:cNvSpPr/>
          <p:nvPr/>
        </p:nvSpPr>
        <p:spPr>
          <a:xfrm>
            <a:off x="541800" y="5365800"/>
            <a:ext cx="3429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7" name=""/>
          <p:cNvSpPr/>
          <p:nvPr/>
        </p:nvSpPr>
        <p:spPr>
          <a:xfrm>
            <a:off x="568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8" name=""/>
          <p:cNvSpPr/>
          <p:nvPr/>
        </p:nvSpPr>
        <p:spPr>
          <a:xfrm flipH="1">
            <a:off x="4908600" y="5365800"/>
            <a:ext cx="60768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9" name=""/>
          <p:cNvSpPr/>
          <p:nvPr/>
        </p:nvSpPr>
        <p:spPr>
          <a:xfrm>
            <a:off x="228600" y="3429000"/>
            <a:ext cx="456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"/>
          <p:cNvSpPr/>
          <p:nvPr/>
        </p:nvSpPr>
        <p:spPr>
          <a:xfrm>
            <a:off x="948600" y="130500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"/>
          <p:cNvSpPr/>
          <p:nvPr/>
        </p:nvSpPr>
        <p:spPr>
          <a:xfrm>
            <a:off x="3936960" y="234936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"/>
          <p:cNvSpPr/>
          <p:nvPr/>
        </p:nvSpPr>
        <p:spPr>
          <a:xfrm>
            <a:off x="7086240" y="537120"/>
            <a:ext cx="4024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"/>
          <p:cNvSpPr/>
          <p:nvPr/>
        </p:nvSpPr>
        <p:spPr>
          <a:xfrm>
            <a:off x="7086600" y="2923200"/>
            <a:ext cx="4024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"/>
          <p:cNvSpPr/>
          <p:nvPr/>
        </p:nvSpPr>
        <p:spPr>
          <a:xfrm>
            <a:off x="2640960" y="4334760"/>
            <a:ext cx="6595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E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"/>
          <p:cNvSpPr/>
          <p:nvPr/>
        </p:nvSpPr>
        <p:spPr>
          <a:xfrm>
            <a:off x="2854800" y="3986640"/>
            <a:ext cx="32184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"/>
          <p:cNvSpPr/>
          <p:nvPr/>
        </p:nvSpPr>
        <p:spPr>
          <a:xfrm rot="16200000">
            <a:off x="5734440" y="1325160"/>
            <a:ext cx="1823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From all Cepheids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"/>
          <p:cNvSpPr/>
          <p:nvPr/>
        </p:nvSpPr>
        <p:spPr>
          <a:xfrm rot="16200000">
            <a:off x="5734440" y="3918240"/>
            <a:ext cx="1823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Individual Cepheids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PlaceHolder 12"/>
          <p:cNvSpPr/>
          <p:nvPr/>
        </p:nvSpPr>
        <p:spPr>
          <a:xfrm>
            <a:off x="1080" y="180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"/>
          <p:cNvSpPr/>
          <p:nvPr/>
        </p:nvSpPr>
        <p:spPr>
          <a:xfrm>
            <a:off x="3434400" y="4978440"/>
            <a:ext cx="4190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30ACAC2A-70BE-47E5-8EEB-0558633D587C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"/>
          <p:cNvSpPr/>
          <p:nvPr/>
        </p:nvSpPr>
        <p:spPr>
          <a:xfrm>
            <a:off x="5516280" y="5029200"/>
            <a:ext cx="1145160" cy="609840"/>
          </a:xfrm>
          <a:prstGeom prst="ellipse">
            <a:avLst/>
          </a:prstGeom>
          <a:solidFill>
            <a:srgbClr val="f6f9d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1" name=""/>
          <p:cNvSpPr/>
          <p:nvPr/>
        </p:nvSpPr>
        <p:spPr>
          <a:xfrm>
            <a:off x="3612600" y="2714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logP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"/>
          <p:cNvSpPr/>
          <p:nvPr/>
        </p:nvSpPr>
        <p:spPr>
          <a:xfrm>
            <a:off x="878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"/>
          <p:cNvSpPr/>
          <p:nvPr/>
        </p:nvSpPr>
        <p:spPr>
          <a:xfrm>
            <a:off x="2282400" y="2044800"/>
            <a:ext cx="909720" cy="45252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"/>
          <p:cNvSpPr/>
          <p:nvPr/>
        </p:nvSpPr>
        <p:spPr>
          <a:xfrm flipV="1">
            <a:off x="1335240" y="249660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5" name=""/>
          <p:cNvSpPr/>
          <p:nvPr/>
        </p:nvSpPr>
        <p:spPr>
          <a:xfrm flipV="1">
            <a:off x="2742840" y="2496600"/>
            <a:ext cx="360" cy="979200"/>
          </a:xfrm>
          <a:custGeom>
            <a:avLst/>
            <a:gdLst>
              <a:gd name="textAreaLeft" fmla="*/ 0 w 360"/>
              <a:gd name="textAreaRight" fmla="*/ 2880 w 360"/>
              <a:gd name="textAreaTop" fmla="*/ 720 h 979200"/>
              <a:gd name="textAreaBottom" fmla="*/ 981000 h 979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6" name=""/>
          <p:cNvSpPr/>
          <p:nvPr/>
        </p:nvSpPr>
        <p:spPr>
          <a:xfrm>
            <a:off x="1560600" y="1346400"/>
            <a:ext cx="9097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"/>
          <p:cNvSpPr/>
          <p:nvPr/>
        </p:nvSpPr>
        <p:spPr>
          <a:xfrm flipH="1">
            <a:off x="1293120" y="1539000"/>
            <a:ext cx="256680" cy="537480"/>
          </a:xfrm>
          <a:custGeom>
            <a:avLst/>
            <a:gdLst>
              <a:gd name="textAreaLeft" fmla="*/ -720 w 256680"/>
              <a:gd name="textAreaRight" fmla="*/ 257040 w 2566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8" name=""/>
          <p:cNvSpPr/>
          <p:nvPr/>
        </p:nvSpPr>
        <p:spPr>
          <a:xfrm>
            <a:off x="2475000" y="1503000"/>
            <a:ext cx="224280" cy="537480"/>
          </a:xfrm>
          <a:custGeom>
            <a:avLst/>
            <a:gdLst>
              <a:gd name="textAreaLeft" fmla="*/ 0 w 224280"/>
              <a:gd name="textAreaRight" fmla="*/ 225360 w 224280"/>
              <a:gd name="textAreaTop" fmla="*/ 0 h 537480"/>
              <a:gd name="textAreaBottom" fmla="*/ 538560 h 53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9" name=""/>
          <p:cNvSpPr/>
          <p:nvPr/>
        </p:nvSpPr>
        <p:spPr>
          <a:xfrm>
            <a:off x="4150800" y="3051000"/>
            <a:ext cx="1451520" cy="1402920"/>
          </a:xfrm>
          <a:custGeom>
            <a:avLst/>
            <a:gdLst>
              <a:gd name="textAreaLeft" fmla="*/ 0 w 1451520"/>
              <a:gd name="textAreaRight" fmla="*/ 1452600 w 1451520"/>
              <a:gd name="textAreaTop" fmla="*/ 0 h 1402920"/>
              <a:gd name="textAreaBottom" fmla="*/ 1404000 h 1402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PL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"/>
          <p:cNvSpPr/>
          <p:nvPr/>
        </p:nvSpPr>
        <p:spPr>
          <a:xfrm>
            <a:off x="4187160" y="14925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PW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"/>
          <p:cNvSpPr/>
          <p:nvPr/>
        </p:nvSpPr>
        <p:spPr>
          <a:xfrm flipV="1">
            <a:off x="3196800" y="2236320"/>
            <a:ext cx="913680" cy="26280"/>
          </a:xfrm>
          <a:custGeom>
            <a:avLst/>
            <a:gdLst>
              <a:gd name="textAreaLeft" fmla="*/ 0 w 913680"/>
              <a:gd name="textAreaRight" fmla="*/ 914760 w 913680"/>
              <a:gd name="textAreaTop" fmla="*/ -72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2" name=""/>
          <p:cNvSpPr/>
          <p:nvPr/>
        </p:nvSpPr>
        <p:spPr>
          <a:xfrm flipV="1">
            <a:off x="3612600" y="2237760"/>
            <a:ext cx="497880" cy="496800"/>
          </a:xfrm>
          <a:custGeom>
            <a:avLst/>
            <a:gdLst>
              <a:gd name="textAreaLeft" fmla="*/ 0 w 497880"/>
              <a:gd name="textAreaRight" fmla="*/ 498960 w 497880"/>
              <a:gd name="textAreaTop" fmla="*/ 720 h 496800"/>
              <a:gd name="textAreaBottom" fmla="*/ 498600 h 496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3" name=""/>
          <p:cNvSpPr/>
          <p:nvPr/>
        </p:nvSpPr>
        <p:spPr>
          <a:xfrm flipV="1">
            <a:off x="3196800" y="3701520"/>
            <a:ext cx="950040" cy="360"/>
          </a:xfrm>
          <a:custGeom>
            <a:avLst/>
            <a:gdLst>
              <a:gd name="textAreaLeft" fmla="*/ 0 w 950040"/>
              <a:gd name="textAreaRight" fmla="*/ 951120 w 950040"/>
              <a:gd name="textAreaTop" fmla="*/ -2520 h 360"/>
              <a:gd name="textAreaBottom" fmla="*/ 36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4" name=""/>
          <p:cNvSpPr/>
          <p:nvPr/>
        </p:nvSpPr>
        <p:spPr>
          <a:xfrm>
            <a:off x="3612600" y="3170880"/>
            <a:ext cx="534240" cy="534960"/>
          </a:xfrm>
          <a:custGeom>
            <a:avLst/>
            <a:gdLst>
              <a:gd name="textAreaLeft" fmla="*/ 0 w 534240"/>
              <a:gd name="textAreaRight" fmla="*/ 535320 w 534240"/>
              <a:gd name="textAreaTop" fmla="*/ 0 h 534960"/>
              <a:gd name="textAreaBottom" fmla="*/ 536040 h 5349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5" name=""/>
          <p:cNvSpPr/>
          <p:nvPr/>
        </p:nvSpPr>
        <p:spPr>
          <a:xfrm>
            <a:off x="4968000" y="2264760"/>
            <a:ext cx="1415160" cy="1406160"/>
          </a:xfrm>
          <a:custGeom>
            <a:avLst/>
            <a:gdLst>
              <a:gd name="textAreaLeft" fmla="*/ 0 w 1415160"/>
              <a:gd name="textAreaRight" fmla="*/ 1416240 w 1415160"/>
              <a:gd name="textAreaTop" fmla="*/ 0 h 1406160"/>
              <a:gd name="textAreaBottom" fmla="*/ 1407240 h 1406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(Δ-Δ)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"/>
          <p:cNvSpPr/>
          <p:nvPr/>
        </p:nvSpPr>
        <p:spPr>
          <a:xfrm>
            <a:off x="1792800" y="227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7" name=""/>
          <p:cNvSpPr/>
          <p:nvPr/>
        </p:nvSpPr>
        <p:spPr>
          <a:xfrm>
            <a:off x="6616800" y="565200"/>
            <a:ext cx="216000" cy="4674600"/>
          </a:xfrm>
          <a:custGeom>
            <a:avLst/>
            <a:gdLst>
              <a:gd name="textAreaLeft" fmla="*/ 0 w 216000"/>
              <a:gd name="textAreaRight" fmla="*/ 216720 w 216000"/>
              <a:gd name="textAreaTop" fmla="*/ 0 h 4674600"/>
              <a:gd name="textAreaBottom" fmla="*/ 4675680 h 46746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8" name=""/>
          <p:cNvSpPr/>
          <p:nvPr/>
        </p:nvSpPr>
        <p:spPr>
          <a:xfrm flipV="1">
            <a:off x="8608320" y="1096560"/>
            <a:ext cx="1104120" cy="152460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9" name=""/>
          <p:cNvSpPr/>
          <p:nvPr/>
        </p:nvSpPr>
        <p:spPr>
          <a:xfrm flipV="1">
            <a:off x="8427240" y="1277280"/>
            <a:ext cx="1299600" cy="131724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0" name=""/>
          <p:cNvSpPr/>
          <p:nvPr/>
        </p:nvSpPr>
        <p:spPr>
          <a:xfrm flipV="1">
            <a:off x="8427240" y="1407600"/>
            <a:ext cx="1285200" cy="101484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1" name=""/>
          <p:cNvSpPr/>
          <p:nvPr/>
        </p:nvSpPr>
        <p:spPr>
          <a:xfrm flipV="1">
            <a:off x="8383320" y="1473120"/>
            <a:ext cx="1333440" cy="8366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2" name=""/>
          <p:cNvSpPr/>
          <p:nvPr/>
        </p:nvSpPr>
        <p:spPr>
          <a:xfrm flipV="1">
            <a:off x="8510040" y="1222920"/>
            <a:ext cx="1202400" cy="138276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3" name=""/>
          <p:cNvSpPr/>
          <p:nvPr/>
        </p:nvSpPr>
        <p:spPr>
          <a:xfrm flipV="1">
            <a:off x="8383320" y="1538280"/>
            <a:ext cx="1343520" cy="6764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4" name=""/>
          <p:cNvSpPr/>
          <p:nvPr/>
        </p:nvSpPr>
        <p:spPr>
          <a:xfrm>
            <a:off x="8385480" y="794160"/>
            <a:ext cx="1451880" cy="1868400"/>
          </a:xfrm>
          <a:custGeom>
            <a:avLst/>
            <a:gdLst>
              <a:gd name="textAreaLeft" fmla="*/ 0 w 1451880"/>
              <a:gd name="textAreaRight" fmla="*/ 1452600 w 1451880"/>
              <a:gd name="textAreaTop" fmla="*/ 0 h 1868400"/>
              <a:gd name="textAreaBottom" fmla="*/ 1869120 h 186840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5" name=""/>
          <p:cNvSpPr/>
          <p:nvPr/>
        </p:nvSpPr>
        <p:spPr>
          <a:xfrm>
            <a:off x="8347320" y="1806120"/>
            <a:ext cx="10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6" name=""/>
          <p:cNvSpPr/>
          <p:nvPr/>
        </p:nvSpPr>
        <p:spPr>
          <a:xfrm>
            <a:off x="9203400" y="2601000"/>
            <a:ext cx="360" cy="1015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7" name=""/>
          <p:cNvSpPr/>
          <p:nvPr/>
        </p:nvSpPr>
        <p:spPr>
          <a:xfrm>
            <a:off x="8417520" y="1629360"/>
            <a:ext cx="5068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ΔM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"/>
          <p:cNvSpPr/>
          <p:nvPr/>
        </p:nvSpPr>
        <p:spPr>
          <a:xfrm>
            <a:off x="9020880" y="2320920"/>
            <a:ext cx="747000" cy="4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"/>
          <p:cNvSpPr/>
          <p:nvPr/>
        </p:nvSpPr>
        <p:spPr>
          <a:xfrm>
            <a:off x="6889680" y="3243600"/>
            <a:ext cx="1462320" cy="2041920"/>
          </a:xfrm>
          <a:custGeom>
            <a:avLst/>
            <a:gdLst>
              <a:gd name="textAreaLeft" fmla="*/ 0 w 1462320"/>
              <a:gd name="textAreaRight" fmla="*/ 1463040 w 1462320"/>
              <a:gd name="textAreaTop" fmla="*/ 0 h 2041920"/>
              <a:gd name="textAreaBottom" fmla="*/ 2042640 h 204192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0" name=""/>
          <p:cNvSpPr/>
          <p:nvPr/>
        </p:nvSpPr>
        <p:spPr>
          <a:xfrm rot="16200000">
            <a:off x="6505200" y="4115160"/>
            <a:ext cx="102168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δA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/ 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"/>
          <p:cNvSpPr/>
          <p:nvPr/>
        </p:nvSpPr>
        <p:spPr>
          <a:xfrm>
            <a:off x="10719000" y="2093400"/>
            <a:ext cx="360" cy="1324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2" name=""/>
          <p:cNvSpPr/>
          <p:nvPr/>
        </p:nvSpPr>
        <p:spPr>
          <a:xfrm>
            <a:off x="6826320" y="4448160"/>
            <a:ext cx="1105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3" name=""/>
          <p:cNvSpPr/>
          <p:nvPr/>
        </p:nvSpPr>
        <p:spPr>
          <a:xfrm flipV="1">
            <a:off x="6933600" y="3243600"/>
            <a:ext cx="1422000" cy="205128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4" name=""/>
          <p:cNvSpPr/>
          <p:nvPr/>
        </p:nvSpPr>
        <p:spPr>
          <a:xfrm flipV="1">
            <a:off x="6872760" y="3633480"/>
            <a:ext cx="1482840" cy="156708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5" name=""/>
          <p:cNvSpPr/>
          <p:nvPr/>
        </p:nvSpPr>
        <p:spPr>
          <a:xfrm flipV="1">
            <a:off x="6872760" y="3795840"/>
            <a:ext cx="1482840" cy="141228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6" name=""/>
          <p:cNvSpPr/>
          <p:nvPr/>
        </p:nvSpPr>
        <p:spPr>
          <a:xfrm flipV="1">
            <a:off x="6891840" y="3934080"/>
            <a:ext cx="1463760" cy="9338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7" name=""/>
          <p:cNvSpPr/>
          <p:nvPr/>
        </p:nvSpPr>
        <p:spPr>
          <a:xfrm flipV="1">
            <a:off x="6938280" y="3381840"/>
            <a:ext cx="1417680" cy="189576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8" name=""/>
          <p:cNvSpPr/>
          <p:nvPr/>
        </p:nvSpPr>
        <p:spPr>
          <a:xfrm flipV="1">
            <a:off x="6869880" y="4071960"/>
            <a:ext cx="1485720" cy="8877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9" name=""/>
          <p:cNvSpPr/>
          <p:nvPr/>
        </p:nvSpPr>
        <p:spPr>
          <a:xfrm>
            <a:off x="7358040" y="4563000"/>
            <a:ext cx="133560" cy="1339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0" name=""/>
          <p:cNvSpPr/>
          <p:nvPr/>
        </p:nvSpPr>
        <p:spPr>
          <a:xfrm>
            <a:off x="7575480" y="422424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1" name=""/>
          <p:cNvSpPr/>
          <p:nvPr/>
        </p:nvSpPr>
        <p:spPr>
          <a:xfrm>
            <a:off x="7575480" y="431100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2" name=""/>
          <p:cNvSpPr/>
          <p:nvPr/>
        </p:nvSpPr>
        <p:spPr>
          <a:xfrm>
            <a:off x="7575480" y="4376160"/>
            <a:ext cx="133560" cy="13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3" name=""/>
          <p:cNvSpPr/>
          <p:nvPr/>
        </p:nvSpPr>
        <p:spPr>
          <a:xfrm>
            <a:off x="7575480" y="4441680"/>
            <a:ext cx="133560" cy="1335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4" name=""/>
          <p:cNvSpPr/>
          <p:nvPr/>
        </p:nvSpPr>
        <p:spPr>
          <a:xfrm>
            <a:off x="7575480" y="4202280"/>
            <a:ext cx="133560" cy="1339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5" name=""/>
          <p:cNvSpPr/>
          <p:nvPr/>
        </p:nvSpPr>
        <p:spPr>
          <a:xfrm>
            <a:off x="9679680" y="956880"/>
            <a:ext cx="162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"/>
          <p:cNvSpPr/>
          <p:nvPr/>
        </p:nvSpPr>
        <p:spPr>
          <a:xfrm>
            <a:off x="9679680" y="1096200"/>
            <a:ext cx="1623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V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"/>
          <p:cNvSpPr/>
          <p:nvPr/>
        </p:nvSpPr>
        <p:spPr>
          <a:xfrm>
            <a:off x="9731520" y="1209960"/>
            <a:ext cx="124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"/>
          <p:cNvSpPr/>
          <p:nvPr/>
        </p:nvSpPr>
        <p:spPr>
          <a:xfrm>
            <a:off x="9711720" y="1314720"/>
            <a:ext cx="146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J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"/>
          <p:cNvSpPr/>
          <p:nvPr/>
        </p:nvSpPr>
        <p:spPr>
          <a:xfrm>
            <a:off x="9680040" y="1432080"/>
            <a:ext cx="167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440" bIns="8244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"/>
          <p:cNvSpPr/>
          <p:nvPr/>
        </p:nvSpPr>
        <p:spPr>
          <a:xfrm>
            <a:off x="9680040" y="1549800"/>
            <a:ext cx="162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080" bIns="820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"/>
          <p:cNvSpPr/>
          <p:nvPr/>
        </p:nvSpPr>
        <p:spPr>
          <a:xfrm>
            <a:off x="8435520" y="3207600"/>
            <a:ext cx="1401840" cy="2089440"/>
          </a:xfrm>
          <a:custGeom>
            <a:avLst/>
            <a:gdLst>
              <a:gd name="textAreaLeft" fmla="*/ 0 w 1401840"/>
              <a:gd name="textAreaRight" fmla="*/ 1402560 w 1401840"/>
              <a:gd name="textAreaTop" fmla="*/ 0 h 2089440"/>
              <a:gd name="textAreaBottom" fmla="*/ 2090160 h 20894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2" name=""/>
          <p:cNvSpPr/>
          <p:nvPr/>
        </p:nvSpPr>
        <p:spPr>
          <a:xfrm>
            <a:off x="9065520" y="4984920"/>
            <a:ext cx="73404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"/>
          <p:cNvSpPr/>
          <p:nvPr/>
        </p:nvSpPr>
        <p:spPr>
          <a:xfrm rot="16200000">
            <a:off x="7971480" y="4131360"/>
            <a:ext cx="1145520" cy="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"/>
          <p:cNvSpPr/>
          <p:nvPr/>
        </p:nvSpPr>
        <p:spPr>
          <a:xfrm>
            <a:off x="9209160" y="5225760"/>
            <a:ext cx="360" cy="108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5" name=""/>
          <p:cNvSpPr/>
          <p:nvPr/>
        </p:nvSpPr>
        <p:spPr>
          <a:xfrm>
            <a:off x="8373600" y="4455720"/>
            <a:ext cx="1076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6" name=""/>
          <p:cNvSpPr/>
          <p:nvPr/>
        </p:nvSpPr>
        <p:spPr>
          <a:xfrm>
            <a:off x="8448840" y="3392640"/>
            <a:ext cx="1388520" cy="1639440"/>
          </a:xfrm>
          <a:custGeom>
            <a:avLst/>
            <a:gdLst>
              <a:gd name="textAreaLeft" fmla="*/ 0 w 1388520"/>
              <a:gd name="textAreaRight" fmla="*/ 1389240 w 1388520"/>
              <a:gd name="textAreaTop" fmla="*/ 0 h 1639440"/>
              <a:gd name="textAreaBottom" fmla="*/ 1640160 h 1639440"/>
            </a:gdLst>
            <a:ahLst/>
            <a:cxnLst/>
            <a:rect l="textAreaLeft" t="textAreaTop" r="textAreaRight" b="textAreaBottom"/>
            <a:pathLst>
              <a:path fill="none" w="7555" h="6384">
                <a:moveTo>
                  <a:pt x="0" y="5437"/>
                </a:moveTo>
                <a:cubicBezTo>
                  <a:pt x="2519" y="9321"/>
                  <a:pt x="7555" y="0"/>
                  <a:pt x="7555" y="0"/>
                </a:cubicBezTo>
              </a:path>
            </a:pathLst>
          </a:custGeom>
          <a:noFill/>
          <a:ln w="12600">
            <a:solidFill>
              <a:srgbClr val="8611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7" name=""/>
          <p:cNvSpPr/>
          <p:nvPr/>
        </p:nvSpPr>
        <p:spPr>
          <a:xfrm>
            <a:off x="8415000" y="5037120"/>
            <a:ext cx="327600" cy="232920"/>
          </a:xfrm>
          <a:custGeom>
            <a:avLst/>
            <a:gdLst>
              <a:gd name="textAreaLeft" fmla="*/ 0 w 327600"/>
              <a:gd name="textAreaRight" fmla="*/ 328320 w 327600"/>
              <a:gd name="textAreaTop" fmla="*/ 0 h 232920"/>
              <a:gd name="textAreaBottom" fmla="*/ 233640 h 232920"/>
            </a:gdLst>
            <a:ahLst/>
            <a:cxnLst/>
            <a:rect l="textAreaLeft" t="textAreaTop" r="textAreaRight" b="textAreaBottom"/>
            <a:pathLst>
              <a:path fill="none" w="1570" h="1122">
                <a:moveTo>
                  <a:pt x="1570" y="1122"/>
                </a:moveTo>
                <a:lnTo>
                  <a:pt x="1570" y="0"/>
                </a:lnTo>
                <a:lnTo>
                  <a:pt x="0" y="0"/>
                </a:lnTo>
              </a:path>
            </a:pathLst>
          </a:custGeom>
          <a:noFill/>
          <a:ln w="0">
            <a:solidFill>
              <a:srgbClr val="f10d0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8" name=""/>
          <p:cNvSpPr/>
          <p:nvPr/>
        </p:nvSpPr>
        <p:spPr>
          <a:xfrm>
            <a:off x="9148320" y="4610520"/>
            <a:ext cx="129960" cy="1303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9" name=""/>
          <p:cNvSpPr/>
          <p:nvPr/>
        </p:nvSpPr>
        <p:spPr>
          <a:xfrm>
            <a:off x="8683920" y="4964400"/>
            <a:ext cx="129960" cy="1292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0" name=""/>
          <p:cNvSpPr/>
          <p:nvPr/>
        </p:nvSpPr>
        <p:spPr>
          <a:xfrm>
            <a:off x="7653240" y="5225760"/>
            <a:ext cx="360" cy="108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1" name=""/>
          <p:cNvSpPr/>
          <p:nvPr/>
        </p:nvSpPr>
        <p:spPr>
          <a:xfrm>
            <a:off x="7509600" y="5001480"/>
            <a:ext cx="73404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"/>
          <p:cNvSpPr/>
          <p:nvPr/>
        </p:nvSpPr>
        <p:spPr>
          <a:xfrm flipV="1">
            <a:off x="6875280" y="1514520"/>
            <a:ext cx="1345320" cy="70092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3" name=""/>
          <p:cNvSpPr/>
          <p:nvPr/>
        </p:nvSpPr>
        <p:spPr>
          <a:xfrm>
            <a:off x="6883200" y="794160"/>
            <a:ext cx="1417320" cy="1856160"/>
          </a:xfrm>
          <a:custGeom>
            <a:avLst/>
            <a:gdLst>
              <a:gd name="textAreaLeft" fmla="*/ 0 w 1417320"/>
              <a:gd name="textAreaRight" fmla="*/ 1418040 w 1417320"/>
              <a:gd name="textAreaTop" fmla="*/ 0 h 1856160"/>
              <a:gd name="textAreaBottom" fmla="*/ 1856880 h 18561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4" name=""/>
          <p:cNvSpPr/>
          <p:nvPr/>
        </p:nvSpPr>
        <p:spPr>
          <a:xfrm>
            <a:off x="7608960" y="1349280"/>
            <a:ext cx="127080" cy="1267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5" name=""/>
          <p:cNvSpPr/>
          <p:nvPr/>
        </p:nvSpPr>
        <p:spPr>
          <a:xfrm flipV="1">
            <a:off x="7671960" y="1493640"/>
            <a:ext cx="360" cy="2620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6" name=""/>
          <p:cNvSpPr/>
          <p:nvPr/>
        </p:nvSpPr>
        <p:spPr>
          <a:xfrm>
            <a:off x="6890760" y="1684080"/>
            <a:ext cx="49392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"/>
          <p:cNvSpPr/>
          <p:nvPr/>
        </p:nvSpPr>
        <p:spPr>
          <a:xfrm>
            <a:off x="7458120" y="2344320"/>
            <a:ext cx="6703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"/>
          <p:cNvSpPr/>
          <p:nvPr/>
        </p:nvSpPr>
        <p:spPr>
          <a:xfrm>
            <a:off x="7651440" y="1436400"/>
            <a:ext cx="56520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δA</a:t>
            </a:r>
            <a:r>
              <a:rPr b="0" lang="en-US" sz="105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"/>
          <p:cNvSpPr/>
          <p:nvPr/>
        </p:nvSpPr>
        <p:spPr>
          <a:xfrm rot="20099400">
            <a:off x="7692120" y="1583640"/>
            <a:ext cx="7113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t">
            <a:noAutofit/>
          </a:bodyPr>
          <a:p>
            <a:pPr>
              <a:lnSpc>
                <a:spcPct val="100000"/>
              </a:lnSpc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Slope = α</a:t>
            </a:r>
            <a:r>
              <a:rPr b="0" lang="en-US" sz="9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"/>
          <p:cNvSpPr/>
          <p:nvPr/>
        </p:nvSpPr>
        <p:spPr>
          <a:xfrm>
            <a:off x="7659000" y="2616840"/>
            <a:ext cx="360" cy="1051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1" name=""/>
          <p:cNvSpPr/>
          <p:nvPr/>
        </p:nvSpPr>
        <p:spPr>
          <a:xfrm>
            <a:off x="6836400" y="1830240"/>
            <a:ext cx="10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2" name=""/>
          <p:cNvSpPr/>
          <p:nvPr/>
        </p:nvSpPr>
        <p:spPr>
          <a:xfrm>
            <a:off x="5513400" y="5130360"/>
            <a:ext cx="1148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(δμ, δE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"/>
          <p:cNvSpPr/>
          <p:nvPr/>
        </p:nvSpPr>
        <p:spPr>
          <a:xfrm>
            <a:off x="228600" y="4334400"/>
            <a:ext cx="753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"/>
          <p:cNvSpPr/>
          <p:nvPr/>
        </p:nvSpPr>
        <p:spPr>
          <a:xfrm>
            <a:off x="878400" y="348480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"/>
          <p:cNvSpPr/>
          <p:nvPr/>
        </p:nvSpPr>
        <p:spPr>
          <a:xfrm flipV="1">
            <a:off x="577800" y="3935520"/>
            <a:ext cx="753840" cy="378360"/>
          </a:xfrm>
          <a:custGeom>
            <a:avLst/>
            <a:gdLst>
              <a:gd name="textAreaLeft" fmla="*/ 0 w 753840"/>
              <a:gd name="textAreaRight" fmla="*/ 754920 w 75384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6" name=""/>
          <p:cNvSpPr/>
          <p:nvPr/>
        </p:nvSpPr>
        <p:spPr>
          <a:xfrm>
            <a:off x="1524600" y="4334400"/>
            <a:ext cx="63684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"/>
          <p:cNvSpPr/>
          <p:nvPr/>
        </p:nvSpPr>
        <p:spPr>
          <a:xfrm flipH="1" flipV="1">
            <a:off x="1365840" y="3935520"/>
            <a:ext cx="497160" cy="378360"/>
          </a:xfrm>
          <a:custGeom>
            <a:avLst/>
            <a:gdLst>
              <a:gd name="textAreaLeft" fmla="*/ -720 w 497160"/>
              <a:gd name="textAreaRight" fmla="*/ 497520 w 4971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8" name=""/>
          <p:cNvSpPr/>
          <p:nvPr/>
        </p:nvSpPr>
        <p:spPr>
          <a:xfrm>
            <a:off x="2282400" y="3484800"/>
            <a:ext cx="909720" cy="4525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"/>
          <p:cNvSpPr/>
          <p:nvPr/>
        </p:nvSpPr>
        <p:spPr>
          <a:xfrm flipH="1" flipV="1">
            <a:off x="2737440" y="3935520"/>
            <a:ext cx="241560" cy="378360"/>
          </a:xfrm>
          <a:custGeom>
            <a:avLst/>
            <a:gdLst>
              <a:gd name="textAreaLeft" fmla="*/ -720 w 241560"/>
              <a:gd name="textAreaRight" fmla="*/ 241920 w 241560"/>
              <a:gd name="textAreaTop" fmla="*/ -72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0" name=""/>
          <p:cNvSpPr/>
          <p:nvPr/>
        </p:nvSpPr>
        <p:spPr>
          <a:xfrm>
            <a:off x="1792800" y="3713400"/>
            <a:ext cx="485280" cy="360"/>
          </a:xfrm>
          <a:custGeom>
            <a:avLst/>
            <a:gdLst>
              <a:gd name="textAreaLeft" fmla="*/ 0 w 485280"/>
              <a:gd name="textAreaRight" fmla="*/ 486360 w 485280"/>
              <a:gd name="textAreaTop" fmla="*/ 0 h 360"/>
              <a:gd name="textAreaBottom" fmla="*/ 288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1" name=""/>
          <p:cNvSpPr/>
          <p:nvPr/>
        </p:nvSpPr>
        <p:spPr>
          <a:xfrm>
            <a:off x="3972600" y="5077800"/>
            <a:ext cx="932040" cy="552960"/>
          </a:xfrm>
          <a:prstGeom prst="ellipse">
            <a:avLst/>
          </a:prstGeom>
          <a:solidFill>
            <a:srgbClr val="f6f9d4"/>
          </a:solidFill>
          <a:ln w="0">
            <a:solidFill>
              <a:srgbClr val="3a1a0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1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1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"/>
          <p:cNvSpPr/>
          <p:nvPr/>
        </p:nvSpPr>
        <p:spPr>
          <a:xfrm>
            <a:off x="1828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3" name=""/>
          <p:cNvSpPr/>
          <p:nvPr/>
        </p:nvSpPr>
        <p:spPr>
          <a:xfrm>
            <a:off x="2944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4" name=""/>
          <p:cNvSpPr/>
          <p:nvPr/>
        </p:nvSpPr>
        <p:spPr>
          <a:xfrm>
            <a:off x="541800" y="5365800"/>
            <a:ext cx="3429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5" name=""/>
          <p:cNvSpPr/>
          <p:nvPr/>
        </p:nvSpPr>
        <p:spPr>
          <a:xfrm>
            <a:off x="568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6" name=""/>
          <p:cNvSpPr/>
          <p:nvPr/>
        </p:nvSpPr>
        <p:spPr>
          <a:xfrm flipH="1">
            <a:off x="4908600" y="5365800"/>
            <a:ext cx="60768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7" name=""/>
          <p:cNvSpPr/>
          <p:nvPr/>
        </p:nvSpPr>
        <p:spPr>
          <a:xfrm>
            <a:off x="228600" y="3429000"/>
            <a:ext cx="456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"/>
          <p:cNvSpPr/>
          <p:nvPr/>
        </p:nvSpPr>
        <p:spPr>
          <a:xfrm>
            <a:off x="948600" y="130500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"/>
          <p:cNvSpPr/>
          <p:nvPr/>
        </p:nvSpPr>
        <p:spPr>
          <a:xfrm>
            <a:off x="3936960" y="2349360"/>
            <a:ext cx="4190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"/>
          <p:cNvSpPr/>
          <p:nvPr/>
        </p:nvSpPr>
        <p:spPr>
          <a:xfrm>
            <a:off x="7086240" y="537120"/>
            <a:ext cx="4024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"/>
          <p:cNvSpPr/>
          <p:nvPr/>
        </p:nvSpPr>
        <p:spPr>
          <a:xfrm>
            <a:off x="7086600" y="2923200"/>
            <a:ext cx="4024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"/>
          <p:cNvSpPr/>
          <p:nvPr/>
        </p:nvSpPr>
        <p:spPr>
          <a:xfrm>
            <a:off x="3434040" y="4978440"/>
            <a:ext cx="4190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"/>
          <p:cNvSpPr/>
          <p:nvPr/>
        </p:nvSpPr>
        <p:spPr>
          <a:xfrm>
            <a:off x="2640960" y="4334760"/>
            <a:ext cx="659520" cy="4525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E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"/>
          <p:cNvSpPr/>
          <p:nvPr/>
        </p:nvSpPr>
        <p:spPr>
          <a:xfrm>
            <a:off x="2854800" y="3986640"/>
            <a:ext cx="32184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"/>
          <p:cNvSpPr/>
          <p:nvPr/>
        </p:nvSpPr>
        <p:spPr>
          <a:xfrm rot="16200000">
            <a:off x="5734440" y="1325160"/>
            <a:ext cx="1823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From all Cepheids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6" name=""/>
          <p:cNvSpPr/>
          <p:nvPr/>
        </p:nvSpPr>
        <p:spPr>
          <a:xfrm rot="16200000">
            <a:off x="5734440" y="3918240"/>
            <a:ext cx="1823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Individual Cepheids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13"/>
          <p:cNvSpPr/>
          <p:nvPr/>
        </p:nvSpPr>
        <p:spPr>
          <a:xfrm>
            <a:off x="1080" y="180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9F99C655-66C1-4692-9ADC-8954E51B2C87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Period Luminosity Relation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9" name="" descr=""/>
          <p:cNvPicPr/>
          <p:nvPr/>
        </p:nvPicPr>
        <p:blipFill>
          <a:blip r:embed="rId1"/>
          <a:stretch/>
        </p:blipFill>
        <p:spPr>
          <a:xfrm>
            <a:off x="51840" y="757800"/>
            <a:ext cx="3215160" cy="23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0" name="" descr=""/>
          <p:cNvPicPr/>
          <p:nvPr/>
        </p:nvPicPr>
        <p:blipFill>
          <a:blip r:embed="rId2"/>
          <a:stretch/>
        </p:blipFill>
        <p:spPr>
          <a:xfrm>
            <a:off x="6715080" y="725400"/>
            <a:ext cx="3247920" cy="238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1" name="" descr=""/>
          <p:cNvPicPr/>
          <p:nvPr/>
        </p:nvPicPr>
        <p:blipFill>
          <a:blip r:embed="rId3"/>
          <a:stretch/>
        </p:blipFill>
        <p:spPr>
          <a:xfrm>
            <a:off x="3429000" y="715680"/>
            <a:ext cx="3292200" cy="241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2" name="" descr=""/>
          <p:cNvPicPr/>
          <p:nvPr/>
        </p:nvPicPr>
        <p:blipFill>
          <a:blip r:embed="rId4"/>
          <a:stretch/>
        </p:blipFill>
        <p:spPr>
          <a:xfrm>
            <a:off x="64440" y="3135600"/>
            <a:ext cx="3198600" cy="234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3" name="" descr=""/>
          <p:cNvPicPr/>
          <p:nvPr/>
        </p:nvPicPr>
        <p:blipFill>
          <a:blip r:embed="rId5"/>
          <a:stretch/>
        </p:blipFill>
        <p:spPr>
          <a:xfrm>
            <a:off x="3425040" y="3148560"/>
            <a:ext cx="3278880" cy="240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4" name="" descr=""/>
          <p:cNvPicPr/>
          <p:nvPr/>
        </p:nvPicPr>
        <p:blipFill>
          <a:blip r:embed="rId6"/>
          <a:stretch/>
        </p:blipFill>
        <p:spPr>
          <a:xfrm>
            <a:off x="6726600" y="3174840"/>
            <a:ext cx="3242880" cy="237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5" name="PlaceHolder 2"/>
          <p:cNvSpPr>
            <a:spLocks noGrp="1"/>
          </p:cNvSpPr>
          <p:nvPr>
            <p:ph type="title"/>
          </p:nvPr>
        </p:nvSpPr>
        <p:spPr>
          <a:xfrm>
            <a:off x="360000" y="18828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Period-Luminosity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PlaceHolder 17"/>
          <p:cNvSpPr/>
          <p:nvPr/>
        </p:nvSpPr>
        <p:spPr>
          <a:xfrm>
            <a:off x="1440" y="216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EA6E48E1-FEB0-43A6-A305-7D238E6DB101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"/>
          <p:cNvSpPr/>
          <p:nvPr/>
        </p:nvSpPr>
        <p:spPr>
          <a:xfrm>
            <a:off x="6557400" y="2311560"/>
            <a:ext cx="3447360" cy="2654640"/>
          </a:xfrm>
          <a:custGeom>
            <a:avLst/>
            <a:gdLst>
              <a:gd name="textAreaLeft" fmla="*/ 0 w 3447360"/>
              <a:gd name="textAreaRight" fmla="*/ 3448440 w 3447360"/>
              <a:gd name="textAreaTop" fmla="*/ 0 h 2654640"/>
              <a:gd name="textAreaBottom" fmla="*/ 2655720 h 2654640"/>
            </a:gdLst>
            <a:ahLst/>
            <a:cxnLst/>
            <a:rect l="textAreaLeft" t="textAreaTop" r="textAreaRight" b="textAreaBottom"/>
            <a:pathLst>
              <a:path w="2804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4440" y="21600"/>
                </a:lnTo>
                <a:arcTo wR="2840" hR="3600" stAng="5400000" swAng="5400000"/>
                <a:lnTo>
                  <a:pt x="21600" y="3600"/>
                </a:lnTo>
                <a:arcTo wR="2840" hR="3600" stAng="10800000" swAng="5400000"/>
                <a:close/>
              </a:path>
            </a:pathLst>
          </a:custGeom>
          <a:solidFill>
            <a:srgbClr val="bbe33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08" name=""/>
          <p:cNvSpPr/>
          <p:nvPr/>
        </p:nvSpPr>
        <p:spPr>
          <a:xfrm>
            <a:off x="6684840" y="2648160"/>
            <a:ext cx="1522440" cy="2126160"/>
          </a:xfrm>
          <a:custGeom>
            <a:avLst/>
            <a:gdLst>
              <a:gd name="textAreaLeft" fmla="*/ 0 w 1522440"/>
              <a:gd name="textAreaRight" fmla="*/ 1523520 w 1522440"/>
              <a:gd name="textAreaTop" fmla="*/ 0 h 2126160"/>
              <a:gd name="textAreaBottom" fmla="*/ 2127240 h 21261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09" name=""/>
          <p:cNvSpPr/>
          <p:nvPr/>
        </p:nvSpPr>
        <p:spPr>
          <a:xfrm rot="16200000">
            <a:off x="6284160" y="3555360"/>
            <a:ext cx="106416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δA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/ 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"/>
          <p:cNvSpPr/>
          <p:nvPr/>
        </p:nvSpPr>
        <p:spPr>
          <a:xfrm>
            <a:off x="6618960" y="3902400"/>
            <a:ext cx="1152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1" name=""/>
          <p:cNvSpPr/>
          <p:nvPr/>
        </p:nvSpPr>
        <p:spPr>
          <a:xfrm flipV="1">
            <a:off x="6730560" y="2648160"/>
            <a:ext cx="1480680" cy="213588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2" name=""/>
          <p:cNvSpPr/>
          <p:nvPr/>
        </p:nvSpPr>
        <p:spPr>
          <a:xfrm flipV="1">
            <a:off x="6667200" y="3054240"/>
            <a:ext cx="1544040" cy="163152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3" name=""/>
          <p:cNvSpPr/>
          <p:nvPr/>
        </p:nvSpPr>
        <p:spPr>
          <a:xfrm flipV="1">
            <a:off x="6667200" y="3223080"/>
            <a:ext cx="1544040" cy="147060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4" name=""/>
          <p:cNvSpPr/>
          <p:nvPr/>
        </p:nvSpPr>
        <p:spPr>
          <a:xfrm flipV="1">
            <a:off x="6687000" y="3367080"/>
            <a:ext cx="1524240" cy="97236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5" name=""/>
          <p:cNvSpPr/>
          <p:nvPr/>
        </p:nvSpPr>
        <p:spPr>
          <a:xfrm flipV="1">
            <a:off x="6735240" y="2792160"/>
            <a:ext cx="1476000" cy="197388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6" name=""/>
          <p:cNvSpPr/>
          <p:nvPr/>
        </p:nvSpPr>
        <p:spPr>
          <a:xfrm flipV="1">
            <a:off x="6664320" y="3510720"/>
            <a:ext cx="1546920" cy="92448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7" name=""/>
          <p:cNvSpPr/>
          <p:nvPr/>
        </p:nvSpPr>
        <p:spPr>
          <a:xfrm>
            <a:off x="7172280" y="4021920"/>
            <a:ext cx="139320" cy="13932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8" name=""/>
          <p:cNvSpPr/>
          <p:nvPr/>
        </p:nvSpPr>
        <p:spPr>
          <a:xfrm>
            <a:off x="7398720" y="3669120"/>
            <a:ext cx="139320" cy="1393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9" name=""/>
          <p:cNvSpPr/>
          <p:nvPr/>
        </p:nvSpPr>
        <p:spPr>
          <a:xfrm>
            <a:off x="7398720" y="3759480"/>
            <a:ext cx="139320" cy="1393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0" name=""/>
          <p:cNvSpPr/>
          <p:nvPr/>
        </p:nvSpPr>
        <p:spPr>
          <a:xfrm>
            <a:off x="7398720" y="3827520"/>
            <a:ext cx="139320" cy="1393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1" name=""/>
          <p:cNvSpPr/>
          <p:nvPr/>
        </p:nvSpPr>
        <p:spPr>
          <a:xfrm>
            <a:off x="7398720" y="3895560"/>
            <a:ext cx="139320" cy="1393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2" name=""/>
          <p:cNvSpPr/>
          <p:nvPr/>
        </p:nvSpPr>
        <p:spPr>
          <a:xfrm>
            <a:off x="7398720" y="3646440"/>
            <a:ext cx="139320" cy="13932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3" name=""/>
          <p:cNvSpPr/>
          <p:nvPr/>
        </p:nvSpPr>
        <p:spPr>
          <a:xfrm>
            <a:off x="8294400" y="2610720"/>
            <a:ext cx="1459440" cy="2175480"/>
          </a:xfrm>
          <a:custGeom>
            <a:avLst/>
            <a:gdLst>
              <a:gd name="textAreaLeft" fmla="*/ 0 w 1459440"/>
              <a:gd name="textAreaRight" fmla="*/ 1460520 w 1459440"/>
              <a:gd name="textAreaTop" fmla="*/ 0 h 2175480"/>
              <a:gd name="textAreaBottom" fmla="*/ 2176560 h 217548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4" name=""/>
          <p:cNvSpPr/>
          <p:nvPr/>
        </p:nvSpPr>
        <p:spPr>
          <a:xfrm>
            <a:off x="8950320" y="4461120"/>
            <a:ext cx="764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760" bIns="8676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"/>
          <p:cNvSpPr/>
          <p:nvPr/>
        </p:nvSpPr>
        <p:spPr>
          <a:xfrm rot="16200000">
            <a:off x="7811280" y="3572640"/>
            <a:ext cx="1193040" cy="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"/>
          <p:cNvSpPr/>
          <p:nvPr/>
        </p:nvSpPr>
        <p:spPr>
          <a:xfrm>
            <a:off x="9099720" y="4712040"/>
            <a:ext cx="360" cy="1123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7" name=""/>
          <p:cNvSpPr/>
          <p:nvPr/>
        </p:nvSpPr>
        <p:spPr>
          <a:xfrm>
            <a:off x="8229960" y="3910320"/>
            <a:ext cx="11196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8" name=""/>
          <p:cNvSpPr/>
          <p:nvPr/>
        </p:nvSpPr>
        <p:spPr>
          <a:xfrm>
            <a:off x="8308080" y="2803320"/>
            <a:ext cx="1445760" cy="1707120"/>
          </a:xfrm>
          <a:custGeom>
            <a:avLst/>
            <a:gdLst>
              <a:gd name="textAreaLeft" fmla="*/ 0 w 1445760"/>
              <a:gd name="textAreaRight" fmla="*/ 1446840 w 1445760"/>
              <a:gd name="textAreaTop" fmla="*/ 0 h 1707120"/>
              <a:gd name="textAreaBottom" fmla="*/ 1708200 h 1707120"/>
            </a:gdLst>
            <a:ahLst/>
            <a:cxnLst/>
            <a:rect l="textAreaLeft" t="textAreaTop" r="textAreaRight" b="textAreaBottom"/>
            <a:pathLst>
              <a:path fill="none" w="7555" h="6384">
                <a:moveTo>
                  <a:pt x="0" y="5437"/>
                </a:moveTo>
                <a:cubicBezTo>
                  <a:pt x="2519" y="9321"/>
                  <a:pt x="7555" y="0"/>
                  <a:pt x="7555" y="0"/>
                </a:cubicBezTo>
              </a:path>
            </a:pathLst>
          </a:custGeom>
          <a:noFill/>
          <a:ln w="12600">
            <a:solidFill>
              <a:srgbClr val="8611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9" name=""/>
          <p:cNvSpPr/>
          <p:nvPr/>
        </p:nvSpPr>
        <p:spPr>
          <a:xfrm>
            <a:off x="8273160" y="4515480"/>
            <a:ext cx="340920" cy="242640"/>
          </a:xfrm>
          <a:custGeom>
            <a:avLst/>
            <a:gdLst>
              <a:gd name="textAreaLeft" fmla="*/ 0 w 340920"/>
              <a:gd name="textAreaRight" fmla="*/ 342000 w 340920"/>
              <a:gd name="textAreaTop" fmla="*/ 0 h 242640"/>
              <a:gd name="textAreaBottom" fmla="*/ 243720 h 242640"/>
            </a:gdLst>
            <a:ahLst/>
            <a:cxnLst/>
            <a:rect l="textAreaLeft" t="textAreaTop" r="textAreaRight" b="textAreaBottom"/>
            <a:pathLst>
              <a:path fill="none" w="1570" h="1122">
                <a:moveTo>
                  <a:pt x="1570" y="1122"/>
                </a:moveTo>
                <a:lnTo>
                  <a:pt x="1570" y="0"/>
                </a:lnTo>
                <a:lnTo>
                  <a:pt x="0" y="0"/>
                </a:lnTo>
              </a:path>
            </a:pathLst>
          </a:custGeom>
          <a:noFill/>
          <a:ln w="0">
            <a:solidFill>
              <a:srgbClr val="f10d0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0" name=""/>
          <p:cNvSpPr/>
          <p:nvPr/>
        </p:nvSpPr>
        <p:spPr>
          <a:xfrm>
            <a:off x="9036360" y="4071600"/>
            <a:ext cx="135360" cy="13536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1" name=""/>
          <p:cNvSpPr/>
          <p:nvPr/>
        </p:nvSpPr>
        <p:spPr>
          <a:xfrm>
            <a:off x="8552880" y="4439880"/>
            <a:ext cx="135360" cy="13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2" name=""/>
          <p:cNvSpPr/>
          <p:nvPr/>
        </p:nvSpPr>
        <p:spPr>
          <a:xfrm>
            <a:off x="7479720" y="4712040"/>
            <a:ext cx="360" cy="1123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3" name=""/>
          <p:cNvSpPr/>
          <p:nvPr/>
        </p:nvSpPr>
        <p:spPr>
          <a:xfrm>
            <a:off x="7330320" y="4478400"/>
            <a:ext cx="764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760" bIns="8676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"/>
          <p:cNvSpPr/>
          <p:nvPr/>
        </p:nvSpPr>
        <p:spPr>
          <a:xfrm>
            <a:off x="7626960" y="2268720"/>
            <a:ext cx="1898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For each Cepheid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PlaceHolder 18"/>
          <p:cNvSpPr/>
          <p:nvPr/>
        </p:nvSpPr>
        <p:spPr>
          <a:xfrm>
            <a:off x="1440" y="216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9E2C5A9C-4469-4334-9EF8-87304D97041F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"/>
          <p:cNvSpPr/>
          <p:nvPr/>
        </p:nvSpPr>
        <p:spPr>
          <a:xfrm>
            <a:off x="5516640" y="4273200"/>
            <a:ext cx="1145160" cy="609840"/>
          </a:xfrm>
          <a:prstGeom prst="ellipse">
            <a:avLst/>
          </a:prstGeom>
          <a:solidFill>
            <a:srgbClr val="f6f9d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7" name=""/>
          <p:cNvSpPr/>
          <p:nvPr/>
        </p:nvSpPr>
        <p:spPr>
          <a:xfrm>
            <a:off x="5513760" y="4374360"/>
            <a:ext cx="1148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(δμ, δE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"/>
          <p:cNvSpPr/>
          <p:nvPr/>
        </p:nvSpPr>
        <p:spPr>
          <a:xfrm>
            <a:off x="3972960" y="4321800"/>
            <a:ext cx="932040" cy="552960"/>
          </a:xfrm>
          <a:prstGeom prst="ellipse">
            <a:avLst/>
          </a:prstGeom>
          <a:solidFill>
            <a:srgbClr val="f6f9d4"/>
          </a:solidFill>
          <a:ln w="0">
            <a:solidFill>
              <a:srgbClr val="3a1a0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1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1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"/>
          <p:cNvSpPr/>
          <p:nvPr/>
        </p:nvSpPr>
        <p:spPr>
          <a:xfrm flipH="1">
            <a:off x="4908960" y="4609800"/>
            <a:ext cx="60768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40" name="PlaceHolder 20"/>
          <p:cNvSpPr/>
          <p:nvPr/>
        </p:nvSpPr>
        <p:spPr>
          <a:xfrm>
            <a:off x="1440" y="2160"/>
            <a:ext cx="10056960" cy="4557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3465a4"/>
                </a:solidFill>
                <a:effectLst/>
                <a:uFillTx/>
                <a:latin typeface="Arial"/>
                <a:ea typeface="DejaVu Sans"/>
              </a:rPr>
              <a:t>Background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Dataset . </a:t>
            </a:r>
            <a:r>
              <a:rPr b="0" lang="en-US" sz="2000" strike="noStrike" u="none">
                <a:solidFill>
                  <a:srgbClr val="ffffd7"/>
                </a:solidFill>
                <a:effectLst/>
                <a:uFillTx/>
                <a:latin typeface="Arial"/>
                <a:ea typeface="DejaVu Sans"/>
              </a:rPr>
              <a:t>Method</a:t>
            </a:r>
            <a:r>
              <a:rPr b="0" lang="en-US" sz="20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 . Result . Validation . Conclusion . Summary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C93F1513-17C4-48BA-85AD-7C87AD97FF72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Resource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42" name=""/>
          <p:cNvGraphicFramePr/>
          <p:nvPr/>
        </p:nvGraphicFramePr>
        <p:xfrm>
          <a:off x="360000" y="1080000"/>
          <a:ext cx="9363240" cy="3661200"/>
        </p:xfrm>
        <a:graphic>
          <a:graphicData uri="http://schemas.openxmlformats.org/drawingml/2006/table">
            <a:tbl>
              <a:tblPr/>
              <a:tblGrid>
                <a:gridCol w="2340000"/>
                <a:gridCol w="2217600"/>
                <a:gridCol w="4806000"/>
              </a:tblGrid>
              <a:tr h="3582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Slide Number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Content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</a:tr>
              <a:tr h="3582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Light Curve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ThomasK Vbg, wikipedia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Blackbody curve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1993 The Interstellar Extinction Curve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553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26"/>
          </p:nvPr>
        </p:nvSpPr>
        <p:spPr/>
        <p:txBody>
          <a:bodyPr/>
          <a:p>
            <a:fld id="{8A5271A0-613B-499B-9F8E-C3F04D028CFD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"/>
          <p:cNvSpPr/>
          <p:nvPr/>
        </p:nvSpPr>
        <p:spPr>
          <a:xfrm>
            <a:off x="4476600" y="961200"/>
            <a:ext cx="3890160" cy="340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minima of spacetime curvature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6ADFECD4-4ED4-4030-AE21-256AB9056DAC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"/>
          <p:cNvSpPr/>
          <p:nvPr/>
        </p:nvSpPr>
        <p:spPr>
          <a:xfrm>
            <a:off x="4476600" y="961200"/>
            <a:ext cx="3890160" cy="340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minima of spacetime curvature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"/>
          <p:cNvSpPr/>
          <p:nvPr/>
        </p:nvSpPr>
        <p:spPr>
          <a:xfrm>
            <a:off x="1301400" y="1792800"/>
            <a:ext cx="2085480" cy="197244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 w="57240">
            <a:solidFill>
              <a:srgbClr val="cccccc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47" name=""/>
          <p:cNvSpPr/>
          <p:nvPr/>
        </p:nvSpPr>
        <p:spPr>
          <a:xfrm flipH="1">
            <a:off x="3393000" y="1792800"/>
            <a:ext cx="950400" cy="493200"/>
          </a:xfrm>
          <a:prstGeom prst="line">
            <a:avLst/>
          </a:prstGeom>
          <a:ln w="180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48" name=""/>
          <p:cNvSpPr/>
          <p:nvPr/>
        </p:nvSpPr>
        <p:spPr>
          <a:xfrm>
            <a:off x="4440960" y="1573200"/>
            <a:ext cx="4674960" cy="340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Gravitation collapse of (molecular) gas cloud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CDB69655-BE1A-4FA2-BC33-CC496572A1FF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"/>
          <p:cNvSpPr/>
          <p:nvPr/>
        </p:nvSpPr>
        <p:spPr>
          <a:xfrm>
            <a:off x="4476600" y="961200"/>
            <a:ext cx="3890160" cy="340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minima of spacetime curvature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"/>
          <p:cNvSpPr/>
          <p:nvPr/>
        </p:nvSpPr>
        <p:spPr>
          <a:xfrm flipH="1">
            <a:off x="2971800" y="2322000"/>
            <a:ext cx="1371600" cy="421200"/>
          </a:xfrm>
          <a:prstGeom prst="line">
            <a:avLst/>
          </a:prstGeom>
          <a:ln w="180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2" name=""/>
          <p:cNvSpPr/>
          <p:nvPr/>
        </p:nvSpPr>
        <p:spPr>
          <a:xfrm>
            <a:off x="4440960" y="1573200"/>
            <a:ext cx="4674960" cy="340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Gravitation collapse of (molecular) gas cloud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"/>
          <p:cNvSpPr/>
          <p:nvPr/>
        </p:nvSpPr>
        <p:spPr>
          <a:xfrm>
            <a:off x="4440960" y="2149560"/>
            <a:ext cx="4660920" cy="5961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Protostar core getting denser and warmer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"/>
          <p:cNvSpPr/>
          <p:nvPr/>
        </p:nvSpPr>
        <p:spPr>
          <a:xfrm>
            <a:off x="1301400" y="1792800"/>
            <a:ext cx="2085480" cy="1972440"/>
          </a:xfrm>
          <a:prstGeom prst="ellipse">
            <a:avLst/>
          </a:prstGeom>
          <a:gradFill rotWithShape="0">
            <a:gsLst>
              <a:gs pos="0">
                <a:srgbClr val="dde8cb"/>
              </a:gs>
              <a:gs pos="100000">
                <a:srgbClr val="ffd7d7">
                  <a:alpha val="0"/>
                </a:srgbClr>
              </a:gs>
            </a:gsLst>
            <a:lin ang="3600000"/>
          </a:gradFill>
          <a:ln w="57240">
            <a:solidFill>
              <a:srgbClr val="cccccc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6" name=""/>
          <p:cNvSpPr/>
          <p:nvPr/>
        </p:nvSpPr>
        <p:spPr>
          <a:xfrm>
            <a:off x="1793160" y="2190600"/>
            <a:ext cx="1136880" cy="1136880"/>
          </a:xfrm>
          <a:prstGeom prst="ellipse">
            <a:avLst/>
          </a:prstGeom>
          <a:gradFill rotWithShape="0">
            <a:gsLst>
              <a:gs pos="0">
                <a:srgbClr val="fff5ce">
                  <a:alpha val="0"/>
                </a:srgbClr>
              </a:gs>
              <a:gs pos="50000">
                <a:srgbClr val="fff5ce"/>
              </a:gs>
              <a:gs pos="100000">
                <a:srgbClr val="fff5ce">
                  <a:alpha val="0"/>
                </a:srgbClr>
              </a:gs>
            </a:gsLst>
            <a:lin ang="5400000"/>
          </a:gradFill>
          <a:ln w="18000">
            <a:solidFill>
              <a:srgbClr val="ffd8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4889E8DA-B3B1-4917-8EB1-28913199D89A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"/>
          <p:cNvSpPr/>
          <p:nvPr/>
        </p:nvSpPr>
        <p:spPr>
          <a:xfrm>
            <a:off x="4476600" y="961200"/>
            <a:ext cx="3890160" cy="340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minima of spacetime curvature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"/>
          <p:cNvSpPr/>
          <p:nvPr/>
        </p:nvSpPr>
        <p:spPr>
          <a:xfrm flipH="1" flipV="1">
            <a:off x="3200400" y="2743200"/>
            <a:ext cx="1240560" cy="72000"/>
          </a:xfrm>
          <a:prstGeom prst="line">
            <a:avLst/>
          </a:prstGeom>
          <a:ln w="180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9" name=""/>
          <p:cNvSpPr/>
          <p:nvPr/>
        </p:nvSpPr>
        <p:spPr>
          <a:xfrm>
            <a:off x="4440960" y="1573200"/>
            <a:ext cx="4674960" cy="340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Gravitation collapse of (molecular) gas cloud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"/>
          <p:cNvSpPr/>
          <p:nvPr/>
        </p:nvSpPr>
        <p:spPr>
          <a:xfrm>
            <a:off x="4440960" y="2149560"/>
            <a:ext cx="4660920" cy="5961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Protostar disk forms, denser and warmer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"/>
          <p:cNvSpPr/>
          <p:nvPr/>
        </p:nvSpPr>
        <p:spPr>
          <a:xfrm>
            <a:off x="4440960" y="2689920"/>
            <a:ext cx="4660920" cy="5961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Temperature: 100-10,000 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"/>
          <p:cNvSpPr/>
          <p:nvPr/>
        </p:nvSpPr>
        <p:spPr>
          <a:xfrm>
            <a:off x="1793880" y="2190600"/>
            <a:ext cx="1136880" cy="1136880"/>
          </a:xfrm>
          <a:prstGeom prst="ellipse">
            <a:avLst/>
          </a:prstGeom>
          <a:gradFill rotWithShape="0">
            <a:gsLst>
              <a:gs pos="0">
                <a:srgbClr val="ff0000">
                  <a:alpha val="0"/>
                </a:srgbClr>
              </a:gs>
              <a:gs pos="100000">
                <a:srgbClr val="be480a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64" name=""/>
          <p:cNvSpPr/>
          <p:nvPr/>
        </p:nvSpPr>
        <p:spPr>
          <a:xfrm>
            <a:off x="1301400" y="1792800"/>
            <a:ext cx="2085480" cy="1972440"/>
          </a:xfrm>
          <a:prstGeom prst="ellipse">
            <a:avLst/>
          </a:prstGeom>
          <a:gradFill rotWithShape="0">
            <a:gsLst>
              <a:gs pos="0">
                <a:srgbClr val="dde8cb"/>
              </a:gs>
              <a:gs pos="100000">
                <a:srgbClr val="ffd7d7">
                  <a:alpha val="0"/>
                </a:srgbClr>
              </a:gs>
            </a:gsLst>
            <a:lin ang="3600000"/>
          </a:gradFill>
          <a:ln w="57240">
            <a:solidFill>
              <a:srgbClr val="cccccc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7C9901EF-6270-4C63-A1F7-F565DE7D168A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Astronomical Standards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66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1667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68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69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0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1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2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3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4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5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6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7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8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9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0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1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2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3" name=""/>
            <p:cNvSpPr/>
            <p:nvPr/>
          </p:nvSpPr>
          <p:spPr>
            <a:xfrm>
              <a:off x="7986960" y="2363760"/>
              <a:ext cx="771840" cy="74268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4" name=""/>
            <p:cNvSpPr/>
            <p:nvPr/>
          </p:nvSpPr>
          <p:spPr>
            <a:xfrm>
              <a:off x="7805880" y="2190600"/>
              <a:ext cx="1136880" cy="113688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685" name=""/>
          <p:cNvSpPr/>
          <p:nvPr/>
        </p:nvSpPr>
        <p:spPr>
          <a:xfrm>
            <a:off x="7675200" y="3621600"/>
            <a:ext cx="20520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Sun-type Star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6" name=""/>
          <p:cNvSpPr/>
          <p:nvPr/>
        </p:nvSpPr>
        <p:spPr>
          <a:xfrm>
            <a:off x="685800" y="1600200"/>
            <a:ext cx="4795200" cy="31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Sun as a standard star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Luminosity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Mass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Radius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1 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Distance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1 AU</a:t>
            </a:r>
            <a:br>
              <a:rPr sz="1800"/>
            </a:b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Metallicity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1 [Fe/H]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6A1BCAB9-0467-4D7B-A32C-218868F14384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9415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2023-05-21T12:48:00Z</dcterms:created>
  <dc:creator/>
  <dc:description/>
  <dc:language>en-US</dc:language>
  <cp:lastModifiedBy/>
  <dcterms:modified xsi:type="dcterms:W3CDTF">2026-01-28T04:10:58Z</dcterms:modified>
  <cp:revision>36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